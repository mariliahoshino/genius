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5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3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_rels/presentation.xml.rels" ContentType="application/vnd.openxmlformats-package.relationships+xml"/>
  <Override PartName="/ppt/slideLayouts/_rels/slideLayout52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50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54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55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59.xml.rels" ContentType="application/vnd.openxmlformats-package.relationships+xml"/>
  <Override PartName="/ppt/slideLayouts/_rels/slideLayout56.xml.rels" ContentType="application/vnd.openxmlformats-package.relationships+xml"/>
  <Override PartName="/ppt/slideLayouts/_rels/slideLayout60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57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58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53.xml.rels" ContentType="application/vnd.openxmlformats-package.relationships+xml"/>
  <Override PartName="/ppt/slideLayouts/slideLayout56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media/image9.png" ContentType="image/png"/>
  <Override PartName="/ppt/media/image14.png" ContentType="image/png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10.png" ContentType="image/png"/>
  <Override PartName="/ppt/media/image6.png" ContentType="image/png"/>
  <Override PartName="/ppt/media/image7.png" ContentType="image/png"/>
  <Override PartName="/ppt/media/image12.png" ContentType="image/png"/>
  <Override PartName="/ppt/media/image8.png" ContentType="image/png"/>
  <Override PartName="/ppt/media/image11.jpeg" ContentType="image/jpeg"/>
  <Override PartName="/ppt/media/image13.png" ContentType="image/png"/>
  <Override PartName="/ppt/presProps.xml" ContentType="application/vnd.openxmlformats-officedocument.presentationml.presPro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4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21.xml.rels" ContentType="application/vnd.openxmlformats-package.relationships+xml"/>
  <Override PartName="/ppt/slides/_rels/slide3.xml.rels" ContentType="application/vnd.openxmlformats-package.relationships+xml"/>
  <Override PartName="/ppt/slides/_rels/slide19.xml.rels" ContentType="application/vnd.openxmlformats-package.relationships+xml"/>
  <Override PartName="/ppt/slides/_rels/slide18.xml.rels" ContentType="application/vnd.openxmlformats-package.relationships+xml"/>
  <Override PartName="/ppt/slides/_rels/slide17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  <p:sldMasterId id="2147483700" r:id="rId6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9144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2F17CF7-FD67-4CFF-A398-366CB212586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7F7FC79-A265-4454-81E8-00900310DD3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D127615-90D7-4110-9BED-C487C0EA00A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5BFEE62-D0F0-42D4-A250-7C2EB5E576B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55AC65C-1FC6-44FE-AE77-10069390FEF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94D536D-AF88-4E0E-9BC0-815A6D7E07C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96A5B0C-1DA9-49B0-BAD7-4B967FA8487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1EEDAB6-BC04-4082-81FE-ACAF9512C70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6FB5F24-11D4-400A-89F6-78DCBADC0E9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8793EDB-CC3A-4850-813B-CC4070FA2F8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E681054-0735-472D-A682-1D85577ECEB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61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62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F1C271E-492D-44C2-9590-33D9DE599C6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89A5556-2AC5-4FD6-81F0-C7DFC41262B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DC23D56-1001-468A-8D38-493773F430A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4F214D4-5A24-4264-89B4-C53C94842AD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A8706F9B-84C5-428E-A6A7-4C84AC7413E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E0BD4C1-18F3-4537-9C79-2E3DA8CAB1A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E6B31BE2-38BB-4030-95BA-E0CC2A9BFC6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91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103C496-AB5D-440A-AE49-AEA7A6D9369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95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DC09FE4C-9788-4603-A514-3254A44D1AE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AA02C3BE-00F3-4353-9CDE-BB9F585F90A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6FD33936-AEFB-4FA3-B187-08674F75588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06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07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4230B0E2-4E4E-43A9-A255-DA547A94CC6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11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12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13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14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57A4BE62-82EB-43C3-863E-5C9474110B8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A945AECF-DF7B-4AE9-BE15-C98195ACBDA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29830BE6-37FA-4E4D-A2C0-52D1F310789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81061157-BD70-41A4-9DE8-B0A85FDB93D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37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5778615D-6366-4B3D-A2A9-5AF39B1B47B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A9B4535F-636A-432E-A776-3958C509B9D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A6448ACC-B29B-417B-90D0-C004D28453D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42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43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067F1C90-9A43-4DA6-8FC1-F5E51783213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4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4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47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74C4A5AA-5C56-43E2-B559-537604B155E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4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50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51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2187C2FF-8A8D-4FEE-BA53-2DF1251B3F7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CADB7F93-E3C7-4063-A861-47BB2E9F014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5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57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58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59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9DF84525-0F84-4446-89E7-5E04B331B95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6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62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63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64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65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66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55A41996-0B5F-4FBF-BCD7-4CED9E5C275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C83ADD3F-D311-4033-8F4B-1B14F962405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84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FC89F4C0-A6B7-4F78-861E-E992ECD3C4A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8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9B530A67-A5C9-4DC2-B6D2-B828E0F3C8E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8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89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A33541E5-5ED9-4A6E-8FF1-D4A4D68EBAA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8260905D-B2BB-4F1B-ABCD-F3409F715EA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B0C9DF41-C431-41D8-A2A2-6DCED61753E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9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9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95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B9200C40-8FDF-4C7C-91F8-D31F05D2F1D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9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98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99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55C10D8C-62C8-4296-972B-95FB349D937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20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203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0560D08C-5658-4725-975B-F8ED0182D08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20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206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6B6A694F-1870-4B97-BFE1-A8FD8FF0ED7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20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209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210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211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7D982B9A-A0DD-4E3F-B778-3F85805910C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21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214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215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216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217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218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2062FB25-C89F-40B1-A619-5F54D4301BD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A9D68589-350F-4AE8-9B95-E1DEB51F72D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236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57ACBBBB-8F4F-4EEE-8CCB-66B028C9D4A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23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BAE33259-110C-40F9-B040-C259C629CBC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24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24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B3C6DA54-55BC-4A5B-A656-EC6BF81EEFE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D3A36772-3873-4F97-A805-C0983D8DC54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214B7E8C-A083-4B46-9842-900C9232CE8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24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24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247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89D0A20F-A6E0-4909-B4A3-7803309AA28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24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250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251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09C28EF4-BD5E-47B6-B1C3-C905B45F2D8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25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25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255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487EC996-2BBC-4C83-B000-5819944362C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25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258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E83B4281-7DB4-4A5E-A906-A8354D2C5E6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26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26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262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263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BA6500C4-5B05-4175-9B6E-7330833D438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26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266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267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268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269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270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9A6EA18E-6C3F-458E-860A-47B2ABEA621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48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49.xml"/><Relationship Id="rId3" Type="http://schemas.openxmlformats.org/officeDocument/2006/relationships/slideLayout" Target="../slideLayouts/slideLayout50.xml"/><Relationship Id="rId4" Type="http://schemas.openxmlformats.org/officeDocument/2006/relationships/slideLayout" Target="../slideLayouts/slideLayout51.xml"/><Relationship Id="rId5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4.xml"/><Relationship Id="rId8" Type="http://schemas.openxmlformats.org/officeDocument/2006/relationships/slideLayout" Target="../slideLayouts/slideLayout55.xml"/><Relationship Id="rId9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0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0" name="Group 16"/>
          <p:cNvGrpSpPr/>
          <p:nvPr/>
        </p:nvGrpSpPr>
        <p:grpSpPr>
          <a:xfrm>
            <a:off x="-8640" y="-8640"/>
            <a:ext cx="9167040" cy="6872400"/>
            <a:chOff x="-8640" y="-8640"/>
            <a:chExt cx="9167040" cy="6872400"/>
          </a:xfrm>
        </p:grpSpPr>
        <p:sp>
          <p:nvSpPr>
            <p:cNvPr id="1" name="Freeform 6"/>
            <p:cNvSpPr/>
            <p:nvPr/>
          </p:nvSpPr>
          <p:spPr>
            <a:xfrm>
              <a:off x="-8640" y="4013280"/>
              <a:ext cx="454320" cy="2850480"/>
            </a:xfrm>
            <a:custGeom>
              <a:avLst/>
              <a:gdLst/>
              <a:ah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rgbClr val="90c226">
                <a:alpha val="85000"/>
              </a:srgb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</p:sp>
        <p:sp>
          <p:nvSpPr>
            <p:cNvPr id="2" name="Straight Connector 7"/>
            <p:cNvSpPr/>
            <p:nvPr/>
          </p:nvSpPr>
          <p:spPr>
            <a:xfrm flipV="1">
              <a:off x="5130720" y="4175280"/>
              <a:ext cx="4022280" cy="2682720"/>
            </a:xfrm>
            <a:prstGeom prst="line">
              <a:avLst/>
            </a:prstGeom>
            <a:ln cap="rnd" w="9360">
              <a:solidFill>
                <a:srgbClr val="d9d9d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" name="Straight Connector 8"/>
            <p:cNvSpPr/>
            <p:nvPr/>
          </p:nvSpPr>
          <p:spPr>
            <a:xfrm>
              <a:off x="7042680" y="0"/>
              <a:ext cx="1218960" cy="6858000"/>
            </a:xfrm>
            <a:prstGeom prst="line">
              <a:avLst/>
            </a:prstGeom>
            <a:ln cap="rnd" w="9360">
              <a:solidFill>
                <a:srgbClr val="bfbfb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" name="Freeform 9"/>
            <p:cNvSpPr/>
            <p:nvPr/>
          </p:nvSpPr>
          <p:spPr>
            <a:xfrm>
              <a:off x="6891840" y="0"/>
              <a:ext cx="2266560" cy="6863760"/>
            </a:xfrm>
            <a:custGeom>
              <a:avLst/>
              <a:gdLst/>
              <a:ah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rgbClr val="90c226">
                <a:alpha val="30000"/>
              </a:srgb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</p:sp>
        <p:sp>
          <p:nvSpPr>
            <p:cNvPr id="5" name="Freeform 10"/>
            <p:cNvSpPr/>
            <p:nvPr/>
          </p:nvSpPr>
          <p:spPr>
            <a:xfrm>
              <a:off x="7205040" y="-8640"/>
              <a:ext cx="1945440" cy="6863760"/>
            </a:xfrm>
            <a:custGeom>
              <a:avLst/>
              <a:gdLst/>
              <a:ah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90c226">
                <a:alpha val="20000"/>
              </a:srgb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</p:sp>
        <p:sp>
          <p:nvSpPr>
            <p:cNvPr id="6" name="Freeform 11"/>
            <p:cNvSpPr/>
            <p:nvPr/>
          </p:nvSpPr>
          <p:spPr>
            <a:xfrm>
              <a:off x="6638040" y="3920040"/>
              <a:ext cx="2510640" cy="2935080"/>
            </a:xfrm>
            <a:custGeom>
              <a:avLst/>
              <a:gdLst/>
              <a:ah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rgbClr val="54a021">
                <a:alpha val="72000"/>
              </a:srgb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</p:sp>
        <p:sp>
          <p:nvSpPr>
            <p:cNvPr id="7" name="Freeform 12"/>
            <p:cNvSpPr/>
            <p:nvPr/>
          </p:nvSpPr>
          <p:spPr>
            <a:xfrm>
              <a:off x="7010280" y="-8640"/>
              <a:ext cx="2139840" cy="6863760"/>
            </a:xfrm>
            <a:custGeom>
              <a:avLst/>
              <a:gdLst/>
              <a:ah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7819">
                <a:alpha val="70000"/>
              </a:srgb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</p:sp>
        <p:sp>
          <p:nvSpPr>
            <p:cNvPr id="8" name="Freeform 13"/>
            <p:cNvSpPr/>
            <p:nvPr/>
          </p:nvSpPr>
          <p:spPr>
            <a:xfrm>
              <a:off x="8295840" y="-8640"/>
              <a:ext cx="854640" cy="6863760"/>
            </a:xfrm>
            <a:custGeom>
              <a:avLst/>
              <a:gdLst/>
              <a:ah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rgbClr val="c0e474">
                <a:alpha val="70000"/>
              </a:srgb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</p:sp>
        <p:sp>
          <p:nvSpPr>
            <p:cNvPr id="9" name="Freeform 14"/>
            <p:cNvSpPr/>
            <p:nvPr/>
          </p:nvSpPr>
          <p:spPr>
            <a:xfrm>
              <a:off x="8077320" y="-8640"/>
              <a:ext cx="1063800" cy="6863760"/>
            </a:xfrm>
            <a:custGeom>
              <a:avLst/>
              <a:gdLst/>
              <a:ah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90c226">
                <a:alpha val="65000"/>
              </a:srgb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</p:sp>
        <p:sp>
          <p:nvSpPr>
            <p:cNvPr id="10" name="Freeform 15"/>
            <p:cNvSpPr/>
            <p:nvPr/>
          </p:nvSpPr>
          <p:spPr>
            <a:xfrm>
              <a:off x="8060400" y="4893840"/>
              <a:ext cx="1091160" cy="1961280"/>
            </a:xfrm>
            <a:custGeom>
              <a:avLst/>
              <a:gdLst/>
              <a:ah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rgbClr val="90c226">
                <a:alpha val="80000"/>
              </a:srgb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1" name="Group 6"/>
          <p:cNvGrpSpPr/>
          <p:nvPr/>
        </p:nvGrpSpPr>
        <p:grpSpPr>
          <a:xfrm>
            <a:off x="-8640" y="-8640"/>
            <a:ext cx="9167040" cy="6872400"/>
            <a:chOff x="-8640" y="-8640"/>
            <a:chExt cx="9167040" cy="6872400"/>
          </a:xfrm>
        </p:grpSpPr>
        <p:sp>
          <p:nvSpPr>
            <p:cNvPr id="12" name="Straight Connector 16"/>
            <p:cNvSpPr/>
            <p:nvPr/>
          </p:nvSpPr>
          <p:spPr>
            <a:xfrm flipV="1">
              <a:off x="5130720" y="4175280"/>
              <a:ext cx="4022280" cy="2682720"/>
            </a:xfrm>
            <a:prstGeom prst="line">
              <a:avLst/>
            </a:prstGeom>
            <a:ln cap="rnd" w="9360">
              <a:solidFill>
                <a:srgbClr val="d9d9d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" name="Straight Connector 17"/>
            <p:cNvSpPr/>
            <p:nvPr/>
          </p:nvSpPr>
          <p:spPr>
            <a:xfrm>
              <a:off x="7042680" y="0"/>
              <a:ext cx="1218960" cy="6858000"/>
            </a:xfrm>
            <a:prstGeom prst="line">
              <a:avLst/>
            </a:prstGeom>
            <a:ln cap="rnd" w="9360">
              <a:solidFill>
                <a:srgbClr val="bfbfb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" name="Freeform 18"/>
            <p:cNvSpPr/>
            <p:nvPr/>
          </p:nvSpPr>
          <p:spPr>
            <a:xfrm>
              <a:off x="6891840" y="0"/>
              <a:ext cx="2266560" cy="6863760"/>
            </a:xfrm>
            <a:custGeom>
              <a:avLst/>
              <a:gdLst/>
              <a:ah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rgbClr val="90c226">
                <a:alpha val="30000"/>
              </a:srgb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</p:sp>
        <p:sp>
          <p:nvSpPr>
            <p:cNvPr id="15" name="Freeform 19"/>
            <p:cNvSpPr/>
            <p:nvPr/>
          </p:nvSpPr>
          <p:spPr>
            <a:xfrm>
              <a:off x="7205040" y="-8640"/>
              <a:ext cx="1945440" cy="6863760"/>
            </a:xfrm>
            <a:custGeom>
              <a:avLst/>
              <a:gdLst/>
              <a:ah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90c226">
                <a:alpha val="20000"/>
              </a:srgb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</p:sp>
        <p:sp>
          <p:nvSpPr>
            <p:cNvPr id="16" name="Freeform 20"/>
            <p:cNvSpPr/>
            <p:nvPr/>
          </p:nvSpPr>
          <p:spPr>
            <a:xfrm>
              <a:off x="6638040" y="3920040"/>
              <a:ext cx="2510640" cy="2935080"/>
            </a:xfrm>
            <a:custGeom>
              <a:avLst/>
              <a:gdLst/>
              <a:ah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rgbClr val="54a021">
                <a:alpha val="72000"/>
              </a:srgb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</p:sp>
        <p:sp>
          <p:nvSpPr>
            <p:cNvPr id="17" name="Freeform 21"/>
            <p:cNvSpPr/>
            <p:nvPr/>
          </p:nvSpPr>
          <p:spPr>
            <a:xfrm>
              <a:off x="7010280" y="-8640"/>
              <a:ext cx="2139840" cy="6863760"/>
            </a:xfrm>
            <a:custGeom>
              <a:avLst/>
              <a:gdLst/>
              <a:ah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7819">
                <a:alpha val="70000"/>
              </a:srgb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</p:sp>
        <p:sp>
          <p:nvSpPr>
            <p:cNvPr id="18" name="Freeform 22"/>
            <p:cNvSpPr/>
            <p:nvPr/>
          </p:nvSpPr>
          <p:spPr>
            <a:xfrm>
              <a:off x="8295840" y="-8640"/>
              <a:ext cx="854640" cy="6863760"/>
            </a:xfrm>
            <a:custGeom>
              <a:avLst/>
              <a:gdLst/>
              <a:ah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rgbClr val="c0e474">
                <a:alpha val="70000"/>
              </a:srgb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</p:sp>
        <p:sp>
          <p:nvSpPr>
            <p:cNvPr id="19" name="Freeform 23"/>
            <p:cNvSpPr/>
            <p:nvPr/>
          </p:nvSpPr>
          <p:spPr>
            <a:xfrm>
              <a:off x="8077320" y="-8640"/>
              <a:ext cx="1063800" cy="6863760"/>
            </a:xfrm>
            <a:custGeom>
              <a:avLst/>
              <a:gdLst/>
              <a:ah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90c226">
                <a:alpha val="65000"/>
              </a:srgb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</p:sp>
        <p:sp>
          <p:nvSpPr>
            <p:cNvPr id="20" name="Freeform 24"/>
            <p:cNvSpPr/>
            <p:nvPr/>
          </p:nvSpPr>
          <p:spPr>
            <a:xfrm>
              <a:off x="8060400" y="4893840"/>
              <a:ext cx="1091160" cy="1961280"/>
            </a:xfrm>
            <a:custGeom>
              <a:avLst/>
              <a:gdLst/>
              <a:ah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rgbClr val="90c226">
                <a:alpha val="80000"/>
              </a:srgb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</p:sp>
        <p:sp>
          <p:nvSpPr>
            <p:cNvPr id="21" name="Freeform 27"/>
            <p:cNvSpPr/>
            <p:nvPr/>
          </p:nvSpPr>
          <p:spPr>
            <a:xfrm>
              <a:off x="-8640" y="-8640"/>
              <a:ext cx="860760" cy="5695200"/>
            </a:xfrm>
            <a:custGeom>
              <a:avLst/>
              <a:gdLst/>
              <a:ah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rgbClr val="90c226">
                <a:alpha val="85000"/>
              </a:srgb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22" name="PlaceHolder 1"/>
          <p:cNvSpPr>
            <a:spLocks noGrp="1"/>
          </p:cNvSpPr>
          <p:nvPr>
            <p:ph type="ftr" idx="1"/>
          </p:nvPr>
        </p:nvSpPr>
        <p:spPr>
          <a:xfrm>
            <a:off x="609480" y="6041520"/>
            <a:ext cx="4620240" cy="362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pt-BR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pt-BR" sz="1400" spc="-1" strike="noStrike">
                <a:latin typeface="Times New Roman"/>
              </a:rPr>
              <a:t> </a:t>
            </a:r>
            <a:endParaRPr b="0" lang="pt-BR" sz="1400" spc="-1" strike="noStrike">
              <a:latin typeface="Times New Roman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sldNum" idx="2"/>
          </p:nvPr>
        </p:nvSpPr>
        <p:spPr>
          <a:xfrm>
            <a:off x="6444720" y="6041520"/>
            <a:ext cx="509760" cy="362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900" spc="-1" strike="noStrike">
                <a:solidFill>
                  <a:srgbClr val="90c226"/>
                </a:solidFill>
                <a:latin typeface="Trebuchet MS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B835ABD-6389-4027-AA38-6921CE701674}" type="slidenum">
              <a:rPr b="0" lang="en-US" sz="900" spc="-1" strike="noStrike">
                <a:solidFill>
                  <a:srgbClr val="90c226"/>
                </a:solidFill>
                <a:latin typeface="Trebuchet MS"/>
              </a:rPr>
              <a:t>16</a:t>
            </a:fld>
            <a:endParaRPr b="0" lang="pt-BR" sz="900" spc="-1" strike="noStrike">
              <a:latin typeface="Times New Roman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3"/>
          </p:nvPr>
        </p:nvSpPr>
        <p:spPr>
          <a:xfrm>
            <a:off x="5405400" y="6041520"/>
            <a:ext cx="681120" cy="362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pt-BR" sz="1400" spc="-1" strike="noStrike">
                <a:latin typeface="Times New Roman"/>
              </a:defRPr>
            </a:lvl1pPr>
          </a:lstStyle>
          <a:p>
            <a:r>
              <a:rPr b="0" lang="pt-BR" sz="1400" spc="-1" strike="noStrike">
                <a:latin typeface="Times New Roman"/>
              </a:rPr>
              <a:t> </a:t>
            </a:r>
            <a:endParaRPr b="0" lang="pt-BR" sz="1400" spc="-1" strike="noStrike"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pt-BR" sz="4400" spc="-1" strike="noStrike">
                <a:latin typeface="Arial"/>
              </a:rPr>
              <a:t>Clique para editar o formato do texto do título</a:t>
            </a:r>
            <a:endParaRPr b="0" lang="pt-BR" sz="4400" spc="-1" strike="noStrike">
              <a:latin typeface="Arial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pc="-1" strike="noStrike">
                <a:latin typeface="Arial"/>
              </a:rPr>
              <a:t>Clique para editar o formato do texto da estrutura de tópicos</a:t>
            </a:r>
            <a:endParaRPr b="0" lang="pt-BR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pc="-1" strike="noStrike">
                <a:latin typeface="Arial"/>
              </a:rPr>
              <a:t>2.º nível da estrutura de tópicos</a:t>
            </a:r>
            <a:endParaRPr b="0" lang="pt-BR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latin typeface="Arial"/>
              </a:rPr>
              <a:t>3.º nível da estrutura de tópicos</a:t>
            </a:r>
            <a:endParaRPr b="0" lang="pt-BR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pc="-1" strike="noStrike">
                <a:latin typeface="Arial"/>
              </a:rPr>
              <a:t>4.º nível da estrutura de tópicos</a:t>
            </a:r>
            <a:endParaRPr b="0" lang="pt-BR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5.º nível da estrutura de tópicos</a:t>
            </a:r>
            <a:endParaRPr b="0" lang="pt-BR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6.º nível da estrutura de tópicos</a:t>
            </a:r>
            <a:endParaRPr b="0" lang="pt-BR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7.º nível da estrutura de tópicos</a:t>
            </a:r>
            <a:endParaRPr b="0" lang="pt-BR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roup 16"/>
          <p:cNvGrpSpPr/>
          <p:nvPr/>
        </p:nvGrpSpPr>
        <p:grpSpPr>
          <a:xfrm>
            <a:off x="-8640" y="-8640"/>
            <a:ext cx="9167040" cy="6872400"/>
            <a:chOff x="-8640" y="-8640"/>
            <a:chExt cx="9167040" cy="6872400"/>
          </a:xfrm>
        </p:grpSpPr>
        <p:sp>
          <p:nvSpPr>
            <p:cNvPr id="64" name="Freeform 6"/>
            <p:cNvSpPr/>
            <p:nvPr/>
          </p:nvSpPr>
          <p:spPr>
            <a:xfrm>
              <a:off x="-8640" y="4013280"/>
              <a:ext cx="454320" cy="2850480"/>
            </a:xfrm>
            <a:custGeom>
              <a:avLst/>
              <a:gdLst/>
              <a:ah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rgbClr val="90c226">
                <a:alpha val="85000"/>
              </a:srgb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</p:sp>
        <p:sp>
          <p:nvSpPr>
            <p:cNvPr id="65" name="Straight Connector 7"/>
            <p:cNvSpPr/>
            <p:nvPr/>
          </p:nvSpPr>
          <p:spPr>
            <a:xfrm flipV="1">
              <a:off x="5130720" y="4175280"/>
              <a:ext cx="4022280" cy="2682720"/>
            </a:xfrm>
            <a:prstGeom prst="line">
              <a:avLst/>
            </a:prstGeom>
            <a:ln cap="rnd" w="9360">
              <a:solidFill>
                <a:srgbClr val="d9d9d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6" name="Straight Connector 8"/>
            <p:cNvSpPr/>
            <p:nvPr/>
          </p:nvSpPr>
          <p:spPr>
            <a:xfrm>
              <a:off x="7042680" y="0"/>
              <a:ext cx="1218960" cy="6858000"/>
            </a:xfrm>
            <a:prstGeom prst="line">
              <a:avLst/>
            </a:prstGeom>
            <a:ln cap="rnd" w="9360">
              <a:solidFill>
                <a:srgbClr val="bfbfb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7" name="Freeform 9"/>
            <p:cNvSpPr/>
            <p:nvPr/>
          </p:nvSpPr>
          <p:spPr>
            <a:xfrm>
              <a:off x="6891840" y="0"/>
              <a:ext cx="2266560" cy="6863760"/>
            </a:xfrm>
            <a:custGeom>
              <a:avLst/>
              <a:gdLst/>
              <a:ah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rgbClr val="90c226">
                <a:alpha val="30000"/>
              </a:srgb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</p:sp>
        <p:sp>
          <p:nvSpPr>
            <p:cNvPr id="68" name="Freeform 10"/>
            <p:cNvSpPr/>
            <p:nvPr/>
          </p:nvSpPr>
          <p:spPr>
            <a:xfrm>
              <a:off x="7205040" y="-8640"/>
              <a:ext cx="1945440" cy="6863760"/>
            </a:xfrm>
            <a:custGeom>
              <a:avLst/>
              <a:gdLst/>
              <a:ah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90c226">
                <a:alpha val="20000"/>
              </a:srgb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</p:sp>
        <p:sp>
          <p:nvSpPr>
            <p:cNvPr id="69" name="Freeform 11"/>
            <p:cNvSpPr/>
            <p:nvPr/>
          </p:nvSpPr>
          <p:spPr>
            <a:xfrm>
              <a:off x="6638040" y="3920040"/>
              <a:ext cx="2510640" cy="2935080"/>
            </a:xfrm>
            <a:custGeom>
              <a:avLst/>
              <a:gdLst/>
              <a:ah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rgbClr val="54a021">
                <a:alpha val="72000"/>
              </a:srgb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</p:sp>
        <p:sp>
          <p:nvSpPr>
            <p:cNvPr id="70" name="Freeform 12"/>
            <p:cNvSpPr/>
            <p:nvPr/>
          </p:nvSpPr>
          <p:spPr>
            <a:xfrm>
              <a:off x="7010280" y="-8640"/>
              <a:ext cx="2139840" cy="6863760"/>
            </a:xfrm>
            <a:custGeom>
              <a:avLst/>
              <a:gdLst/>
              <a:ah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7819">
                <a:alpha val="70000"/>
              </a:srgb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</p:sp>
        <p:sp>
          <p:nvSpPr>
            <p:cNvPr id="71" name="Freeform 13"/>
            <p:cNvSpPr/>
            <p:nvPr/>
          </p:nvSpPr>
          <p:spPr>
            <a:xfrm>
              <a:off x="8295840" y="-8640"/>
              <a:ext cx="854640" cy="6863760"/>
            </a:xfrm>
            <a:custGeom>
              <a:avLst/>
              <a:gdLst/>
              <a:ah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rgbClr val="c0e474">
                <a:alpha val="70000"/>
              </a:srgb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</p:sp>
        <p:sp>
          <p:nvSpPr>
            <p:cNvPr id="72" name="Freeform 14"/>
            <p:cNvSpPr/>
            <p:nvPr/>
          </p:nvSpPr>
          <p:spPr>
            <a:xfrm>
              <a:off x="8077320" y="-8640"/>
              <a:ext cx="1063800" cy="6863760"/>
            </a:xfrm>
            <a:custGeom>
              <a:avLst/>
              <a:gdLst/>
              <a:ah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90c226">
                <a:alpha val="65000"/>
              </a:srgb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</p:sp>
        <p:sp>
          <p:nvSpPr>
            <p:cNvPr id="73" name="Freeform 15"/>
            <p:cNvSpPr/>
            <p:nvPr/>
          </p:nvSpPr>
          <p:spPr>
            <a:xfrm>
              <a:off x="8060400" y="4893840"/>
              <a:ext cx="1091160" cy="1961280"/>
            </a:xfrm>
            <a:custGeom>
              <a:avLst/>
              <a:gdLst/>
              <a:ah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rgbClr val="90c226">
                <a:alpha val="80000"/>
              </a:srgb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74" name="PlaceHolder 1"/>
          <p:cNvSpPr>
            <a:spLocks noGrp="1"/>
          </p:cNvSpPr>
          <p:nvPr>
            <p:ph type="ftr" idx="4"/>
          </p:nvPr>
        </p:nvSpPr>
        <p:spPr>
          <a:xfrm>
            <a:off x="609480" y="6041520"/>
            <a:ext cx="4620240" cy="362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pt-BR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pt-BR" sz="1400" spc="-1" strike="noStrike">
                <a:latin typeface="Times New Roman"/>
              </a:rPr>
              <a:t>&lt;rodapé&gt;</a:t>
            </a:r>
            <a:endParaRPr b="0" lang="pt-BR" sz="1400" spc="-1" strike="noStrike">
              <a:latin typeface="Times New Roman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sldNum" idx="5"/>
          </p:nvPr>
        </p:nvSpPr>
        <p:spPr>
          <a:xfrm>
            <a:off x="6444720" y="6041520"/>
            <a:ext cx="509760" cy="362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900" spc="-1" strike="noStrike">
                <a:solidFill>
                  <a:srgbClr val="90c226"/>
                </a:solidFill>
                <a:latin typeface="Trebuchet MS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0E89E4A-AE9F-48B3-A53B-B54C5877C72A}" type="slidenum">
              <a:rPr b="0" lang="en-US" sz="900" spc="-1" strike="noStrike">
                <a:solidFill>
                  <a:srgbClr val="90c226"/>
                </a:solidFill>
                <a:latin typeface="Trebuchet MS"/>
              </a:rPr>
              <a:t>&lt;número&gt;</a:t>
            </a:fld>
            <a:endParaRPr b="0" lang="pt-BR" sz="900" spc="-1" strike="noStrike">
              <a:latin typeface="Times New Roman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 type="dt" idx="6"/>
          </p:nvPr>
        </p:nvSpPr>
        <p:spPr>
          <a:xfrm>
            <a:off x="5405400" y="6041520"/>
            <a:ext cx="681120" cy="362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pt-BR" sz="1400" spc="-1" strike="noStrike">
                <a:latin typeface="Times New Roman"/>
              </a:defRPr>
            </a:lvl1pPr>
          </a:lstStyle>
          <a:p>
            <a:r>
              <a:rPr b="0" lang="pt-BR" sz="1400" spc="-1" strike="noStrike">
                <a:latin typeface="Times New Roman"/>
              </a:rPr>
              <a:t>&lt;data/hora&gt;</a:t>
            </a:r>
            <a:endParaRPr b="0" lang="pt-BR" sz="1400" spc="-1" strike="noStrike">
              <a:latin typeface="Times New Roman"/>
            </a:endParaRPr>
          </a:p>
        </p:txBody>
      </p:sp>
      <p:sp>
        <p:nvSpPr>
          <p:cNvPr id="77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pt-BR" sz="4400" spc="-1" strike="noStrike">
                <a:latin typeface="Arial"/>
              </a:rPr>
              <a:t>Clique para editar o formato do texto do título</a:t>
            </a:r>
            <a:endParaRPr b="0" lang="pt-BR" sz="4400" spc="-1" strike="noStrike">
              <a:latin typeface="Arial"/>
            </a:endParaRPr>
          </a:p>
        </p:txBody>
      </p:sp>
      <p:sp>
        <p:nvSpPr>
          <p:cNvPr id="78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pc="-1" strike="noStrike">
                <a:latin typeface="Arial"/>
              </a:rPr>
              <a:t>Clique para editar o formato do </a:t>
            </a:r>
            <a:r>
              <a:rPr b="0" lang="pt-BR" sz="3200" spc="-1" strike="noStrike">
                <a:latin typeface="Arial"/>
              </a:rPr>
              <a:t>texto da estrutura de tópicos</a:t>
            </a:r>
            <a:endParaRPr b="0" lang="pt-BR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pc="-1" strike="noStrike">
                <a:latin typeface="Arial"/>
              </a:rPr>
              <a:t>2.º nível da estrutura de tópicos</a:t>
            </a:r>
            <a:endParaRPr b="0" lang="pt-BR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latin typeface="Arial"/>
              </a:rPr>
              <a:t>3.º nível da estrutura de tópicos</a:t>
            </a:r>
            <a:endParaRPr b="0" lang="pt-BR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pc="-1" strike="noStrike">
                <a:latin typeface="Arial"/>
              </a:rPr>
              <a:t>4.º nível da estrutura de tópicos</a:t>
            </a:r>
            <a:endParaRPr b="0" lang="pt-BR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5.º nível da estrutura de tópicos</a:t>
            </a:r>
            <a:endParaRPr b="0" lang="pt-BR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6.º nível da estrutura de </a:t>
            </a:r>
            <a:r>
              <a:rPr b="0" lang="pt-BR" sz="2000" spc="-1" strike="noStrike">
                <a:latin typeface="Arial"/>
              </a:rPr>
              <a:t>tópicos</a:t>
            </a:r>
            <a:endParaRPr b="0" lang="pt-BR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7.º nível da estrutura de </a:t>
            </a:r>
            <a:r>
              <a:rPr b="0" lang="pt-BR" sz="2000" spc="-1" strike="noStrike">
                <a:latin typeface="Arial"/>
              </a:rPr>
              <a:t>tópicos</a:t>
            </a:r>
            <a:endParaRPr b="0" lang="pt-BR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Group 16"/>
          <p:cNvGrpSpPr/>
          <p:nvPr/>
        </p:nvGrpSpPr>
        <p:grpSpPr>
          <a:xfrm>
            <a:off x="-8640" y="-8640"/>
            <a:ext cx="9167040" cy="6872400"/>
            <a:chOff x="-8640" y="-8640"/>
            <a:chExt cx="9167040" cy="6872400"/>
          </a:xfrm>
        </p:grpSpPr>
        <p:sp>
          <p:nvSpPr>
            <p:cNvPr id="116" name="Freeform 6"/>
            <p:cNvSpPr/>
            <p:nvPr/>
          </p:nvSpPr>
          <p:spPr>
            <a:xfrm>
              <a:off x="-8640" y="4013280"/>
              <a:ext cx="454320" cy="2850480"/>
            </a:xfrm>
            <a:custGeom>
              <a:avLst/>
              <a:gdLst/>
              <a:ah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rgbClr val="90c226">
                <a:alpha val="85000"/>
              </a:srgb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</p:sp>
        <p:sp>
          <p:nvSpPr>
            <p:cNvPr id="117" name="Straight Connector 7"/>
            <p:cNvSpPr/>
            <p:nvPr/>
          </p:nvSpPr>
          <p:spPr>
            <a:xfrm flipV="1">
              <a:off x="5130720" y="4175280"/>
              <a:ext cx="4022280" cy="2682720"/>
            </a:xfrm>
            <a:prstGeom prst="line">
              <a:avLst/>
            </a:prstGeom>
            <a:ln cap="rnd" w="9360">
              <a:solidFill>
                <a:srgbClr val="d9d9d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8" name="Straight Connector 8"/>
            <p:cNvSpPr/>
            <p:nvPr/>
          </p:nvSpPr>
          <p:spPr>
            <a:xfrm>
              <a:off x="7042680" y="0"/>
              <a:ext cx="1218960" cy="6858000"/>
            </a:xfrm>
            <a:prstGeom prst="line">
              <a:avLst/>
            </a:prstGeom>
            <a:ln cap="rnd" w="9360">
              <a:solidFill>
                <a:srgbClr val="bfbfb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9" name="Freeform 9"/>
            <p:cNvSpPr/>
            <p:nvPr/>
          </p:nvSpPr>
          <p:spPr>
            <a:xfrm>
              <a:off x="6891840" y="0"/>
              <a:ext cx="2266560" cy="6863760"/>
            </a:xfrm>
            <a:custGeom>
              <a:avLst/>
              <a:gdLst/>
              <a:ah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rgbClr val="90c226">
                <a:alpha val="30000"/>
              </a:srgb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</p:sp>
        <p:sp>
          <p:nvSpPr>
            <p:cNvPr id="120" name="Freeform 10"/>
            <p:cNvSpPr/>
            <p:nvPr/>
          </p:nvSpPr>
          <p:spPr>
            <a:xfrm>
              <a:off x="7205040" y="-8640"/>
              <a:ext cx="1945440" cy="6863760"/>
            </a:xfrm>
            <a:custGeom>
              <a:avLst/>
              <a:gdLst/>
              <a:ah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90c226">
                <a:alpha val="20000"/>
              </a:srgb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</p:sp>
        <p:sp>
          <p:nvSpPr>
            <p:cNvPr id="121" name="Freeform 11"/>
            <p:cNvSpPr/>
            <p:nvPr/>
          </p:nvSpPr>
          <p:spPr>
            <a:xfrm>
              <a:off x="6638040" y="3920040"/>
              <a:ext cx="2510640" cy="2935080"/>
            </a:xfrm>
            <a:custGeom>
              <a:avLst/>
              <a:gdLst/>
              <a:ah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rgbClr val="54a021">
                <a:alpha val="72000"/>
              </a:srgb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</p:sp>
        <p:sp>
          <p:nvSpPr>
            <p:cNvPr id="122" name="Freeform 12"/>
            <p:cNvSpPr/>
            <p:nvPr/>
          </p:nvSpPr>
          <p:spPr>
            <a:xfrm>
              <a:off x="7010280" y="-8640"/>
              <a:ext cx="2139840" cy="6863760"/>
            </a:xfrm>
            <a:custGeom>
              <a:avLst/>
              <a:gdLst/>
              <a:ah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7819">
                <a:alpha val="70000"/>
              </a:srgb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</p:sp>
        <p:sp>
          <p:nvSpPr>
            <p:cNvPr id="123" name="Freeform 13"/>
            <p:cNvSpPr/>
            <p:nvPr/>
          </p:nvSpPr>
          <p:spPr>
            <a:xfrm>
              <a:off x="8295840" y="-8640"/>
              <a:ext cx="854640" cy="6863760"/>
            </a:xfrm>
            <a:custGeom>
              <a:avLst/>
              <a:gdLst/>
              <a:ah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rgbClr val="c0e474">
                <a:alpha val="70000"/>
              </a:srgb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</p:sp>
        <p:sp>
          <p:nvSpPr>
            <p:cNvPr id="124" name="Freeform 14"/>
            <p:cNvSpPr/>
            <p:nvPr/>
          </p:nvSpPr>
          <p:spPr>
            <a:xfrm>
              <a:off x="8077320" y="-8640"/>
              <a:ext cx="1063800" cy="6863760"/>
            </a:xfrm>
            <a:custGeom>
              <a:avLst/>
              <a:gdLst/>
              <a:ah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90c226">
                <a:alpha val="65000"/>
              </a:srgb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</p:sp>
        <p:sp>
          <p:nvSpPr>
            <p:cNvPr id="125" name="Freeform 15"/>
            <p:cNvSpPr/>
            <p:nvPr/>
          </p:nvSpPr>
          <p:spPr>
            <a:xfrm>
              <a:off x="8060400" y="4893840"/>
              <a:ext cx="1091160" cy="1961280"/>
            </a:xfrm>
            <a:custGeom>
              <a:avLst/>
              <a:gdLst/>
              <a:ah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rgbClr val="90c226">
                <a:alpha val="80000"/>
              </a:srgb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26" name="PlaceHolder 1"/>
          <p:cNvSpPr>
            <a:spLocks noGrp="1"/>
          </p:cNvSpPr>
          <p:nvPr>
            <p:ph type="ftr" idx="7"/>
          </p:nvPr>
        </p:nvSpPr>
        <p:spPr>
          <a:xfrm>
            <a:off x="609480" y="6041520"/>
            <a:ext cx="4620240" cy="362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pt-BR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pt-BR" sz="1400" spc="-1" strike="noStrike">
                <a:latin typeface="Times New Roman"/>
              </a:rPr>
              <a:t>&lt;rodapé&gt;</a:t>
            </a:r>
            <a:endParaRPr b="0" lang="pt-BR" sz="1400" spc="-1" strike="noStrike">
              <a:latin typeface="Times New Roman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 type="sldNum" idx="8"/>
          </p:nvPr>
        </p:nvSpPr>
        <p:spPr>
          <a:xfrm>
            <a:off x="6444720" y="6041520"/>
            <a:ext cx="509760" cy="362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900" spc="-1" strike="noStrike">
                <a:solidFill>
                  <a:srgbClr val="90c226"/>
                </a:solidFill>
                <a:latin typeface="Trebuchet MS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35D6C3F-475F-48AB-B28D-794BCE0FC088}" type="slidenum">
              <a:rPr b="0" lang="en-US" sz="900" spc="-1" strike="noStrike">
                <a:solidFill>
                  <a:srgbClr val="90c226"/>
                </a:solidFill>
                <a:latin typeface="Trebuchet MS"/>
              </a:rPr>
              <a:t>&lt;número&gt;</a:t>
            </a:fld>
            <a:endParaRPr b="0" lang="pt-BR" sz="900" spc="-1" strike="noStrike">
              <a:latin typeface="Times New Roman"/>
            </a:endParaRPr>
          </a:p>
        </p:txBody>
      </p:sp>
      <p:sp>
        <p:nvSpPr>
          <p:cNvPr id="128" name="PlaceHolder 3"/>
          <p:cNvSpPr>
            <a:spLocks noGrp="1"/>
          </p:cNvSpPr>
          <p:nvPr>
            <p:ph type="dt" idx="9"/>
          </p:nvPr>
        </p:nvSpPr>
        <p:spPr>
          <a:xfrm>
            <a:off x="5405400" y="6041520"/>
            <a:ext cx="681120" cy="362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pt-BR" sz="1400" spc="-1" strike="noStrike">
                <a:latin typeface="Times New Roman"/>
              </a:defRPr>
            </a:lvl1pPr>
          </a:lstStyle>
          <a:p>
            <a:r>
              <a:rPr b="0" lang="pt-BR" sz="1400" spc="-1" strike="noStrike">
                <a:latin typeface="Times New Roman"/>
              </a:rPr>
              <a:t>&lt;data/hora&gt;</a:t>
            </a:r>
            <a:endParaRPr b="0" lang="pt-BR" sz="1400" spc="-1" strike="noStrike">
              <a:latin typeface="Times New Roman"/>
            </a:endParaRPr>
          </a:p>
        </p:txBody>
      </p:sp>
      <p:sp>
        <p:nvSpPr>
          <p:cNvPr id="129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pt-BR" sz="4400" spc="-1" strike="noStrike">
                <a:latin typeface="Arial"/>
              </a:rPr>
              <a:t>Clique para editar o formato do texto do título</a:t>
            </a:r>
            <a:endParaRPr b="0" lang="pt-BR" sz="4400" spc="-1" strike="noStrike">
              <a:latin typeface="Arial"/>
            </a:endParaRPr>
          </a:p>
        </p:txBody>
      </p:sp>
      <p:sp>
        <p:nvSpPr>
          <p:cNvPr id="130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pc="-1" strike="noStrike">
                <a:latin typeface="Arial"/>
              </a:rPr>
              <a:t>Clique para editar o formato do texto da estrutura de tópicos</a:t>
            </a:r>
            <a:endParaRPr b="0" lang="pt-BR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pc="-1" strike="noStrike">
                <a:latin typeface="Arial"/>
              </a:rPr>
              <a:t>2.º nível da estrutura de tópicos</a:t>
            </a:r>
            <a:endParaRPr b="0" lang="pt-BR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latin typeface="Arial"/>
              </a:rPr>
              <a:t>3.º nível da estrutura de tópicos</a:t>
            </a:r>
            <a:endParaRPr b="0" lang="pt-BR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pc="-1" strike="noStrike">
                <a:latin typeface="Arial"/>
              </a:rPr>
              <a:t>4.º nível da estrutura de tópicos</a:t>
            </a:r>
            <a:endParaRPr b="0" lang="pt-BR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5.º nível da estrutura de tópicos</a:t>
            </a:r>
            <a:endParaRPr b="0" lang="pt-BR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6.º nível da estrutura de tópicos</a:t>
            </a:r>
            <a:endParaRPr b="0" lang="pt-BR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7.º nível da estrutura de tópicos</a:t>
            </a:r>
            <a:endParaRPr b="0" lang="pt-BR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7" name="Group 16"/>
          <p:cNvGrpSpPr/>
          <p:nvPr/>
        </p:nvGrpSpPr>
        <p:grpSpPr>
          <a:xfrm>
            <a:off x="-8640" y="-8640"/>
            <a:ext cx="9166680" cy="6872040"/>
            <a:chOff x="-8640" y="-8640"/>
            <a:chExt cx="9166680" cy="6872040"/>
          </a:xfrm>
        </p:grpSpPr>
        <p:sp>
          <p:nvSpPr>
            <p:cNvPr id="168" name="Freeform 6"/>
            <p:cNvSpPr/>
            <p:nvPr/>
          </p:nvSpPr>
          <p:spPr>
            <a:xfrm>
              <a:off x="-8640" y="4013280"/>
              <a:ext cx="453960" cy="2850120"/>
            </a:xfrm>
            <a:custGeom>
              <a:avLst/>
              <a:gdLst/>
              <a:ah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rgbClr val="90c226">
                <a:alpha val="85000"/>
              </a:srgb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</p:sp>
        <p:sp>
          <p:nvSpPr>
            <p:cNvPr id="169" name="Straight Connector 7"/>
            <p:cNvSpPr/>
            <p:nvPr/>
          </p:nvSpPr>
          <p:spPr>
            <a:xfrm flipV="1">
              <a:off x="5130720" y="4175280"/>
              <a:ext cx="4022280" cy="2682720"/>
            </a:xfrm>
            <a:prstGeom prst="line">
              <a:avLst/>
            </a:prstGeom>
            <a:ln cap="rnd" w="9360">
              <a:solidFill>
                <a:srgbClr val="d9d9d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0" name="Straight Connector 8"/>
            <p:cNvSpPr/>
            <p:nvPr/>
          </p:nvSpPr>
          <p:spPr>
            <a:xfrm>
              <a:off x="7042680" y="0"/>
              <a:ext cx="1218960" cy="6858000"/>
            </a:xfrm>
            <a:prstGeom prst="line">
              <a:avLst/>
            </a:prstGeom>
            <a:ln cap="rnd" w="9360">
              <a:solidFill>
                <a:srgbClr val="bfbfb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1" name="Freeform 9"/>
            <p:cNvSpPr/>
            <p:nvPr/>
          </p:nvSpPr>
          <p:spPr>
            <a:xfrm>
              <a:off x="6891840" y="0"/>
              <a:ext cx="2266200" cy="6863400"/>
            </a:xfrm>
            <a:custGeom>
              <a:avLst/>
              <a:gdLst/>
              <a:ah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rgbClr val="90c226">
                <a:alpha val="30000"/>
              </a:srgb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</p:sp>
        <p:sp>
          <p:nvSpPr>
            <p:cNvPr id="172" name="Freeform 10"/>
            <p:cNvSpPr/>
            <p:nvPr/>
          </p:nvSpPr>
          <p:spPr>
            <a:xfrm>
              <a:off x="7205040" y="-8640"/>
              <a:ext cx="1945080" cy="6863400"/>
            </a:xfrm>
            <a:custGeom>
              <a:avLst/>
              <a:gdLst/>
              <a:ah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90c226">
                <a:alpha val="20000"/>
              </a:srgb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</p:sp>
        <p:sp>
          <p:nvSpPr>
            <p:cNvPr id="173" name="Freeform 11"/>
            <p:cNvSpPr/>
            <p:nvPr/>
          </p:nvSpPr>
          <p:spPr>
            <a:xfrm>
              <a:off x="6638040" y="3920040"/>
              <a:ext cx="2510280" cy="2934720"/>
            </a:xfrm>
            <a:custGeom>
              <a:avLst/>
              <a:gdLst/>
              <a:ah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rgbClr val="54a021">
                <a:alpha val="72000"/>
              </a:srgb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</p:sp>
        <p:sp>
          <p:nvSpPr>
            <p:cNvPr id="174" name="Freeform 12"/>
            <p:cNvSpPr/>
            <p:nvPr/>
          </p:nvSpPr>
          <p:spPr>
            <a:xfrm>
              <a:off x="7010280" y="-8640"/>
              <a:ext cx="2139480" cy="6863400"/>
            </a:xfrm>
            <a:custGeom>
              <a:avLst/>
              <a:gdLst/>
              <a:ah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7819">
                <a:alpha val="70000"/>
              </a:srgb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</p:sp>
        <p:sp>
          <p:nvSpPr>
            <p:cNvPr id="175" name="Freeform 13"/>
            <p:cNvSpPr/>
            <p:nvPr/>
          </p:nvSpPr>
          <p:spPr>
            <a:xfrm>
              <a:off x="8295840" y="-8640"/>
              <a:ext cx="854280" cy="6863400"/>
            </a:xfrm>
            <a:custGeom>
              <a:avLst/>
              <a:gdLst/>
              <a:ah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rgbClr val="c0e474">
                <a:alpha val="70000"/>
              </a:srgb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</p:sp>
        <p:sp>
          <p:nvSpPr>
            <p:cNvPr id="176" name="Freeform 14"/>
            <p:cNvSpPr/>
            <p:nvPr/>
          </p:nvSpPr>
          <p:spPr>
            <a:xfrm>
              <a:off x="8077320" y="-8640"/>
              <a:ext cx="1063440" cy="6863400"/>
            </a:xfrm>
            <a:custGeom>
              <a:avLst/>
              <a:gdLst/>
              <a:ah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90c226">
                <a:alpha val="65000"/>
              </a:srgb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</p:sp>
        <p:sp>
          <p:nvSpPr>
            <p:cNvPr id="177" name="Freeform 15"/>
            <p:cNvSpPr/>
            <p:nvPr/>
          </p:nvSpPr>
          <p:spPr>
            <a:xfrm>
              <a:off x="8060400" y="4893840"/>
              <a:ext cx="1090800" cy="1960920"/>
            </a:xfrm>
            <a:custGeom>
              <a:avLst/>
              <a:gdLst/>
              <a:ah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rgbClr val="90c226">
                <a:alpha val="80000"/>
              </a:srgb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78" name="PlaceHolder 1"/>
          <p:cNvSpPr>
            <a:spLocks noGrp="1"/>
          </p:cNvSpPr>
          <p:nvPr>
            <p:ph type="ftr" idx="10"/>
          </p:nvPr>
        </p:nvSpPr>
        <p:spPr>
          <a:xfrm>
            <a:off x="609480" y="6041520"/>
            <a:ext cx="461988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pt-BR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pt-BR" sz="1400" spc="-1" strike="noStrike">
                <a:latin typeface="Times New Roman"/>
              </a:rPr>
              <a:t>&lt;rodapé&gt;</a:t>
            </a:r>
            <a:endParaRPr b="0" lang="pt-BR" sz="1400" spc="-1" strike="noStrike">
              <a:latin typeface="Times New Roman"/>
            </a:endParaRPr>
          </a:p>
        </p:txBody>
      </p:sp>
      <p:sp>
        <p:nvSpPr>
          <p:cNvPr id="179" name="PlaceHolder 2"/>
          <p:cNvSpPr>
            <a:spLocks noGrp="1"/>
          </p:cNvSpPr>
          <p:nvPr>
            <p:ph type="sldNum" idx="11"/>
          </p:nvPr>
        </p:nvSpPr>
        <p:spPr>
          <a:xfrm>
            <a:off x="6444720" y="6041520"/>
            <a:ext cx="50940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900" spc="-1" strike="noStrike">
                <a:solidFill>
                  <a:srgbClr val="90c226"/>
                </a:solidFill>
                <a:latin typeface="Trebuchet MS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09A57AD-892E-4E77-B613-E7D154BA2F43}" type="slidenum">
              <a:rPr b="0" lang="en-US" sz="900" spc="-1" strike="noStrike">
                <a:solidFill>
                  <a:srgbClr val="90c226"/>
                </a:solidFill>
                <a:latin typeface="Trebuchet MS"/>
              </a:rPr>
              <a:t>&lt;número&gt;</a:t>
            </a:fld>
            <a:endParaRPr b="0" lang="pt-BR" sz="900" spc="-1" strike="noStrike">
              <a:latin typeface="Times New Roman"/>
            </a:endParaRPr>
          </a:p>
        </p:txBody>
      </p:sp>
      <p:sp>
        <p:nvSpPr>
          <p:cNvPr id="180" name="PlaceHolder 3"/>
          <p:cNvSpPr>
            <a:spLocks noGrp="1"/>
          </p:cNvSpPr>
          <p:nvPr>
            <p:ph type="dt" idx="12"/>
          </p:nvPr>
        </p:nvSpPr>
        <p:spPr>
          <a:xfrm>
            <a:off x="5405400" y="6041520"/>
            <a:ext cx="6807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pt-BR" sz="1400" spc="-1" strike="noStrike">
                <a:latin typeface="Times New Roman"/>
              </a:defRPr>
            </a:lvl1pPr>
          </a:lstStyle>
          <a:p>
            <a:r>
              <a:rPr b="0" lang="pt-BR" sz="1400" spc="-1" strike="noStrike">
                <a:latin typeface="Times New Roman"/>
              </a:rPr>
              <a:t>&lt;data/hora&gt;</a:t>
            </a:r>
            <a:endParaRPr b="0" lang="pt-BR" sz="1400" spc="-1" strike="noStrike">
              <a:latin typeface="Times New Roman"/>
            </a:endParaRPr>
          </a:p>
        </p:txBody>
      </p:sp>
      <p:sp>
        <p:nvSpPr>
          <p:cNvPr id="181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pt-BR" sz="4400" spc="-1" strike="noStrike">
                <a:latin typeface="Arial"/>
              </a:rPr>
              <a:t>Clique para editar o formato do texto do título</a:t>
            </a:r>
            <a:endParaRPr b="0" lang="pt-BR" sz="4400" spc="-1" strike="noStrike">
              <a:latin typeface="Arial"/>
            </a:endParaRPr>
          </a:p>
        </p:txBody>
      </p:sp>
      <p:sp>
        <p:nvSpPr>
          <p:cNvPr id="182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pc="-1" strike="noStrike">
                <a:latin typeface="Arial"/>
              </a:rPr>
              <a:t>Clique para editar o formato do texto da estrutura de tópicos</a:t>
            </a:r>
            <a:endParaRPr b="0" lang="pt-BR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pc="-1" strike="noStrike">
                <a:latin typeface="Arial"/>
              </a:rPr>
              <a:t>2.º nível da estrutura de tópicos</a:t>
            </a:r>
            <a:endParaRPr b="0" lang="pt-BR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latin typeface="Arial"/>
              </a:rPr>
              <a:t>3.º nível da estrutura de tópicos</a:t>
            </a:r>
            <a:endParaRPr b="0" lang="pt-BR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pc="-1" strike="noStrike">
                <a:latin typeface="Arial"/>
              </a:rPr>
              <a:t>4.º nível da estrutura de tópicos</a:t>
            </a:r>
            <a:endParaRPr b="0" lang="pt-BR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5.º nível da estrutura de tópicos</a:t>
            </a:r>
            <a:endParaRPr b="0" lang="pt-BR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6.º nível da estrutura de tópicos</a:t>
            </a:r>
            <a:endParaRPr b="0" lang="pt-BR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7.º nível da estrutura de tópicos</a:t>
            </a:r>
            <a:endParaRPr b="0" lang="pt-BR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9" name="Group 16"/>
          <p:cNvGrpSpPr/>
          <p:nvPr/>
        </p:nvGrpSpPr>
        <p:grpSpPr>
          <a:xfrm>
            <a:off x="-8640" y="-8640"/>
            <a:ext cx="9167040" cy="6872400"/>
            <a:chOff x="-8640" y="-8640"/>
            <a:chExt cx="9167040" cy="6872400"/>
          </a:xfrm>
        </p:grpSpPr>
        <p:sp>
          <p:nvSpPr>
            <p:cNvPr id="220" name="Freeform 6"/>
            <p:cNvSpPr/>
            <p:nvPr/>
          </p:nvSpPr>
          <p:spPr>
            <a:xfrm>
              <a:off x="-8640" y="4013280"/>
              <a:ext cx="454320" cy="2850480"/>
            </a:xfrm>
            <a:custGeom>
              <a:avLst/>
              <a:gdLst/>
              <a:ah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rgbClr val="90c226">
                <a:alpha val="85000"/>
              </a:srgb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</p:sp>
        <p:sp>
          <p:nvSpPr>
            <p:cNvPr id="221" name="Straight Connector 7"/>
            <p:cNvSpPr/>
            <p:nvPr/>
          </p:nvSpPr>
          <p:spPr>
            <a:xfrm flipV="1">
              <a:off x="5130720" y="4175280"/>
              <a:ext cx="4022280" cy="2682720"/>
            </a:xfrm>
            <a:prstGeom prst="line">
              <a:avLst/>
            </a:prstGeom>
            <a:ln cap="rnd" w="9360">
              <a:solidFill>
                <a:srgbClr val="d9d9d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22" name="Straight Connector 8"/>
            <p:cNvSpPr/>
            <p:nvPr/>
          </p:nvSpPr>
          <p:spPr>
            <a:xfrm>
              <a:off x="7042680" y="0"/>
              <a:ext cx="1218960" cy="6858000"/>
            </a:xfrm>
            <a:prstGeom prst="line">
              <a:avLst/>
            </a:prstGeom>
            <a:ln cap="rnd" w="9360">
              <a:solidFill>
                <a:srgbClr val="bfbfb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23" name="Freeform 9"/>
            <p:cNvSpPr/>
            <p:nvPr/>
          </p:nvSpPr>
          <p:spPr>
            <a:xfrm>
              <a:off x="6891840" y="0"/>
              <a:ext cx="2266560" cy="6863760"/>
            </a:xfrm>
            <a:custGeom>
              <a:avLst/>
              <a:gdLst/>
              <a:ah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rgbClr val="90c226">
                <a:alpha val="30000"/>
              </a:srgb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</p:sp>
        <p:sp>
          <p:nvSpPr>
            <p:cNvPr id="224" name="Freeform 10"/>
            <p:cNvSpPr/>
            <p:nvPr/>
          </p:nvSpPr>
          <p:spPr>
            <a:xfrm>
              <a:off x="7205040" y="-8640"/>
              <a:ext cx="1945440" cy="6863760"/>
            </a:xfrm>
            <a:custGeom>
              <a:avLst/>
              <a:gdLst/>
              <a:ah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90c226">
                <a:alpha val="20000"/>
              </a:srgb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</p:sp>
        <p:sp>
          <p:nvSpPr>
            <p:cNvPr id="225" name="Freeform 11"/>
            <p:cNvSpPr/>
            <p:nvPr/>
          </p:nvSpPr>
          <p:spPr>
            <a:xfrm>
              <a:off x="6638040" y="3920040"/>
              <a:ext cx="2510640" cy="2935080"/>
            </a:xfrm>
            <a:custGeom>
              <a:avLst/>
              <a:gdLst/>
              <a:ah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rgbClr val="54a021">
                <a:alpha val="72000"/>
              </a:srgb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</p:sp>
        <p:sp>
          <p:nvSpPr>
            <p:cNvPr id="226" name="Freeform 12"/>
            <p:cNvSpPr/>
            <p:nvPr/>
          </p:nvSpPr>
          <p:spPr>
            <a:xfrm>
              <a:off x="7010280" y="-8640"/>
              <a:ext cx="2139840" cy="6863760"/>
            </a:xfrm>
            <a:custGeom>
              <a:avLst/>
              <a:gdLst/>
              <a:ah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7819">
                <a:alpha val="70000"/>
              </a:srgb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</p:sp>
        <p:sp>
          <p:nvSpPr>
            <p:cNvPr id="227" name="Freeform 13"/>
            <p:cNvSpPr/>
            <p:nvPr/>
          </p:nvSpPr>
          <p:spPr>
            <a:xfrm>
              <a:off x="8295840" y="-8640"/>
              <a:ext cx="854640" cy="6863760"/>
            </a:xfrm>
            <a:custGeom>
              <a:avLst/>
              <a:gdLst/>
              <a:ah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rgbClr val="c0e474">
                <a:alpha val="70000"/>
              </a:srgb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</p:sp>
        <p:sp>
          <p:nvSpPr>
            <p:cNvPr id="228" name="Freeform 14"/>
            <p:cNvSpPr/>
            <p:nvPr/>
          </p:nvSpPr>
          <p:spPr>
            <a:xfrm>
              <a:off x="8077320" y="-8640"/>
              <a:ext cx="1063800" cy="6863760"/>
            </a:xfrm>
            <a:custGeom>
              <a:avLst/>
              <a:gdLst/>
              <a:ah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90c226">
                <a:alpha val="65000"/>
              </a:srgb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</p:sp>
        <p:sp>
          <p:nvSpPr>
            <p:cNvPr id="229" name="Freeform 15"/>
            <p:cNvSpPr/>
            <p:nvPr/>
          </p:nvSpPr>
          <p:spPr>
            <a:xfrm>
              <a:off x="8060400" y="4893840"/>
              <a:ext cx="1091160" cy="1961280"/>
            </a:xfrm>
            <a:custGeom>
              <a:avLst/>
              <a:gdLst/>
              <a:ah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rgbClr val="90c226">
                <a:alpha val="80000"/>
              </a:srgb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230" name="PlaceHolder 1"/>
          <p:cNvSpPr>
            <a:spLocks noGrp="1"/>
          </p:cNvSpPr>
          <p:nvPr>
            <p:ph type="ftr" idx="13"/>
          </p:nvPr>
        </p:nvSpPr>
        <p:spPr>
          <a:xfrm>
            <a:off x="609480" y="6041520"/>
            <a:ext cx="4620240" cy="362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pt-BR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pt-BR" sz="1400" spc="-1" strike="noStrike">
                <a:latin typeface="Times New Roman"/>
              </a:rPr>
              <a:t>&lt;rodapé&gt;</a:t>
            </a:r>
            <a:endParaRPr b="0" lang="pt-BR" sz="1400" spc="-1" strike="noStrike">
              <a:latin typeface="Times New Roman"/>
            </a:endParaRPr>
          </a:p>
        </p:txBody>
      </p:sp>
      <p:sp>
        <p:nvSpPr>
          <p:cNvPr id="231" name="PlaceHolder 2"/>
          <p:cNvSpPr>
            <a:spLocks noGrp="1"/>
          </p:cNvSpPr>
          <p:nvPr>
            <p:ph type="sldNum" idx="14"/>
          </p:nvPr>
        </p:nvSpPr>
        <p:spPr>
          <a:xfrm>
            <a:off x="6444720" y="6041520"/>
            <a:ext cx="509760" cy="362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900" spc="-1" strike="noStrike">
                <a:solidFill>
                  <a:srgbClr val="90c226"/>
                </a:solidFill>
                <a:latin typeface="Trebuchet MS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D9C9879-1A93-4C59-8988-A7E69157FC05}" type="slidenum">
              <a:rPr b="0" lang="en-US" sz="900" spc="-1" strike="noStrike">
                <a:solidFill>
                  <a:srgbClr val="90c226"/>
                </a:solidFill>
                <a:latin typeface="Trebuchet MS"/>
              </a:rPr>
              <a:t>&lt;número&gt;</a:t>
            </a:fld>
            <a:endParaRPr b="0" lang="pt-BR" sz="900" spc="-1" strike="noStrike">
              <a:latin typeface="Times New Roman"/>
            </a:endParaRPr>
          </a:p>
        </p:txBody>
      </p:sp>
      <p:sp>
        <p:nvSpPr>
          <p:cNvPr id="232" name="PlaceHolder 3"/>
          <p:cNvSpPr>
            <a:spLocks noGrp="1"/>
          </p:cNvSpPr>
          <p:nvPr>
            <p:ph type="dt" idx="15"/>
          </p:nvPr>
        </p:nvSpPr>
        <p:spPr>
          <a:xfrm>
            <a:off x="5405400" y="6041520"/>
            <a:ext cx="681120" cy="362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pt-BR" sz="1400" spc="-1" strike="noStrike">
                <a:latin typeface="Times New Roman"/>
              </a:defRPr>
            </a:lvl1pPr>
          </a:lstStyle>
          <a:p>
            <a:r>
              <a:rPr b="0" lang="pt-BR" sz="1400" spc="-1" strike="noStrike">
                <a:latin typeface="Times New Roman"/>
              </a:rPr>
              <a:t>&lt;data/hora&gt;</a:t>
            </a:r>
            <a:endParaRPr b="0" lang="pt-BR" sz="1400" spc="-1" strike="noStrike">
              <a:latin typeface="Times New Roman"/>
            </a:endParaRPr>
          </a:p>
        </p:txBody>
      </p:sp>
      <p:sp>
        <p:nvSpPr>
          <p:cNvPr id="233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pt-BR" sz="4400" spc="-1" strike="noStrike">
                <a:latin typeface="Arial"/>
              </a:rPr>
              <a:t>Clique para editar o formato do texto do título</a:t>
            </a:r>
            <a:endParaRPr b="0" lang="pt-BR" sz="4400" spc="-1" strike="noStrike">
              <a:latin typeface="Arial"/>
            </a:endParaRPr>
          </a:p>
        </p:txBody>
      </p:sp>
      <p:sp>
        <p:nvSpPr>
          <p:cNvPr id="23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pc="-1" strike="noStrike">
                <a:latin typeface="Arial"/>
              </a:rPr>
              <a:t>Clique para editar o formato do texto da estrutura de tópicos</a:t>
            </a:r>
            <a:endParaRPr b="0" lang="pt-BR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pc="-1" strike="noStrike">
                <a:latin typeface="Arial"/>
              </a:rPr>
              <a:t>2.º nível da estrutura de tópicos</a:t>
            </a:r>
            <a:endParaRPr b="0" lang="pt-BR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latin typeface="Arial"/>
              </a:rPr>
              <a:t>3.º nível da estrutura de tópicos</a:t>
            </a:r>
            <a:endParaRPr b="0" lang="pt-BR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pc="-1" strike="noStrike">
                <a:latin typeface="Arial"/>
              </a:rPr>
              <a:t>4.º nível da estrutura de tópicos</a:t>
            </a:r>
            <a:endParaRPr b="0" lang="pt-BR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5.º nível da estrutura de tópicos</a:t>
            </a:r>
            <a:endParaRPr b="0" lang="pt-BR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6.º nível da estrutura de tópicos</a:t>
            </a:r>
            <a:endParaRPr b="0" lang="pt-BR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7.º nível da estrutura de tópicos</a:t>
            </a:r>
            <a:endParaRPr b="0" lang="pt-BR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hyperlink" Target="https://wokwi.com/projects/433601505660090369" TargetMode="External"/><Relationship Id="rId3" Type="http://schemas.openxmlformats.org/officeDocument/2006/relationships/hyperlink" Target="https://github.com/mariliahoshino/Genius" TargetMode="External"/><Relationship Id="rId4" Type="http://schemas.openxmlformats.org/officeDocument/2006/relationships/slideLayout" Target="../slideLayouts/slideLayout1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25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37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25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3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1.jpeg"/><Relationship Id="rId2" Type="http://schemas.openxmlformats.org/officeDocument/2006/relationships/slideLayout" Target="../slideLayouts/slideLayout13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3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slideLayout" Target="../slideLayouts/slideLayout49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hyperlink" Target="https://github.com/mariliahoshino/Genius" TargetMode="External"/><Relationship Id="rId2" Type="http://schemas.openxmlformats.org/officeDocument/2006/relationships/slideLayout" Target="../slideLayouts/slideLayout13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PlaceHolder 1"/>
          <p:cNvSpPr>
            <a:spLocks noGrp="1"/>
          </p:cNvSpPr>
          <p:nvPr>
            <p:ph type="title"/>
          </p:nvPr>
        </p:nvSpPr>
        <p:spPr>
          <a:xfrm>
            <a:off x="1260000" y="1778040"/>
            <a:ext cx="5823720" cy="159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5400" spc="-1" strike="noStrike">
                <a:solidFill>
                  <a:srgbClr val="90c226"/>
                </a:solidFill>
                <a:latin typeface="Trebuchet MS"/>
              </a:rPr>
              <a:t> </a:t>
            </a:r>
            <a:r>
              <a:rPr b="0" lang="en-US" sz="5400" spc="-1" strike="noStrike">
                <a:solidFill>
                  <a:srgbClr val="90c226"/>
                </a:solidFill>
                <a:latin typeface="Trebuchet MS"/>
              </a:rPr>
              <a:t>Genius com ESP32</a:t>
            </a:r>
            <a:endParaRPr b="0" lang="pt-BR" sz="5400" spc="-1" strike="noStrike">
              <a:latin typeface="Arial"/>
            </a:endParaRPr>
          </a:p>
        </p:txBody>
      </p:sp>
      <p:sp>
        <p:nvSpPr>
          <p:cNvPr id="272" name="PlaceHolder 2"/>
          <p:cNvSpPr>
            <a:spLocks noGrp="1"/>
          </p:cNvSpPr>
          <p:nvPr>
            <p:ph type="subTitle"/>
          </p:nvPr>
        </p:nvSpPr>
        <p:spPr>
          <a:xfrm>
            <a:off x="1130760" y="4050720"/>
            <a:ext cx="5823720" cy="109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r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pt-BR" sz="1800" spc="-1" strike="noStrike">
                <a:solidFill>
                  <a:srgbClr val="808080"/>
                </a:solidFill>
                <a:latin typeface="Trebuchet MS"/>
              </a:rPr>
              <a:t>IFSP – Hortolândia - Projeto IoT – 2026</a:t>
            </a:r>
            <a:endParaRPr b="0" lang="pt-BR" sz="1800" spc="-1" strike="noStrike">
              <a:latin typeface="Arial"/>
            </a:endParaRPr>
          </a:p>
          <a:p>
            <a:pPr algn="r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pt-BR" sz="1800" spc="-1" strike="noStrike">
              <a:latin typeface="Arial"/>
            </a:endParaRPr>
          </a:p>
          <a:p>
            <a:pPr algn="r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pt-BR" sz="1800" spc="-1" strike="noStrike">
                <a:solidFill>
                  <a:srgbClr val="808080"/>
                </a:solidFill>
                <a:latin typeface="Trebuchet MS"/>
              </a:rPr>
              <a:t>Marília Zeniti Hoshino</a:t>
            </a:r>
            <a:endParaRPr b="0" lang="pt-BR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PlaceHolder 1"/>
          <p:cNvSpPr>
            <a:spLocks noGrp="1"/>
          </p:cNvSpPr>
          <p:nvPr>
            <p:ph type="title"/>
          </p:nvPr>
        </p:nvSpPr>
        <p:spPr>
          <a:xfrm>
            <a:off x="609480" y="609480"/>
            <a:ext cx="6345000" cy="1317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90c226"/>
                </a:solidFill>
                <a:latin typeface="Trebuchet MS"/>
              </a:rPr>
              <a:t>Introdução</a:t>
            </a:r>
            <a:endParaRPr b="0" lang="pt-BR" sz="3600" spc="-1" strike="noStrike">
              <a:latin typeface="Arial"/>
            </a:endParaRPr>
          </a:p>
        </p:txBody>
      </p:sp>
      <p:sp>
        <p:nvSpPr>
          <p:cNvPr id="274" name="PlaceHolder 2"/>
          <p:cNvSpPr>
            <a:spLocks noGrp="1"/>
          </p:cNvSpPr>
          <p:nvPr>
            <p:ph/>
          </p:nvPr>
        </p:nvSpPr>
        <p:spPr>
          <a:xfrm>
            <a:off x="609480" y="2160720"/>
            <a:ext cx="6345000" cy="3877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US" sz="2400" spc="-1" strike="noStrike">
                <a:solidFill>
                  <a:srgbClr val="404040"/>
                </a:solidFill>
                <a:latin typeface="Trebuchet MS"/>
              </a:rPr>
              <a:t>O projeto recria o jogo de memória eletrônico Genius utilizando um ESP32.</a:t>
            </a:r>
            <a:endParaRPr b="0" lang="pt-BR" sz="24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US" sz="2400" spc="-1" strike="noStrike">
                <a:solidFill>
                  <a:srgbClr val="404040"/>
                </a:solidFill>
                <a:latin typeface="Trebuchet MS"/>
              </a:rPr>
              <a:t>O sistema utiliza LEDs, botões e um buzzer para reproduzir o jogo.</a:t>
            </a:r>
            <a:endParaRPr b="0" lang="pt-BR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</a:pPr>
            <a:endParaRPr b="0" lang="pt-BR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laceHolder 1"/>
          <p:cNvSpPr>
            <a:spLocks noGrp="1"/>
          </p:cNvSpPr>
          <p:nvPr>
            <p:ph type="title"/>
          </p:nvPr>
        </p:nvSpPr>
        <p:spPr>
          <a:xfrm>
            <a:off x="609480" y="609480"/>
            <a:ext cx="6345000" cy="1317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90c226"/>
                </a:solidFill>
                <a:latin typeface="Trebuchet MS"/>
              </a:rPr>
              <a:t>Objetivo do Projeto</a:t>
            </a:r>
            <a:endParaRPr b="0" lang="pt-BR" sz="3600" spc="-1" strike="noStrike">
              <a:latin typeface="Arial"/>
            </a:endParaRPr>
          </a:p>
        </p:txBody>
      </p:sp>
      <p:sp>
        <p:nvSpPr>
          <p:cNvPr id="276" name="PlaceHolder 2"/>
          <p:cNvSpPr>
            <a:spLocks noGrp="1"/>
          </p:cNvSpPr>
          <p:nvPr>
            <p:ph/>
          </p:nvPr>
        </p:nvSpPr>
        <p:spPr>
          <a:xfrm>
            <a:off x="609480" y="2160720"/>
            <a:ext cx="6345000" cy="3877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US" sz="2400" spc="-1" strike="noStrike">
                <a:solidFill>
                  <a:srgbClr val="404040"/>
                </a:solidFill>
                <a:latin typeface="Trebuchet MS"/>
              </a:rPr>
              <a:t>Demonstrar conceitos de:</a:t>
            </a:r>
            <a:endParaRPr b="0" lang="pt-BR" sz="24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US" sz="2400" spc="-1" strike="noStrike">
                <a:solidFill>
                  <a:srgbClr val="404040"/>
                </a:solidFill>
                <a:latin typeface="Trebuchet MS"/>
              </a:rPr>
              <a:t>- Programação embarcada</a:t>
            </a:r>
            <a:endParaRPr b="0" lang="pt-BR" sz="24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US" sz="2400" spc="-1" strike="noStrike">
                <a:solidFill>
                  <a:srgbClr val="404040"/>
                </a:solidFill>
                <a:latin typeface="Trebuchet MS"/>
              </a:rPr>
              <a:t>- Lógica de jogos</a:t>
            </a:r>
            <a:endParaRPr b="0" lang="pt-BR" sz="24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US" sz="2400" spc="-1" strike="noStrike">
                <a:solidFill>
                  <a:srgbClr val="404040"/>
                </a:solidFill>
                <a:latin typeface="Trebuchet MS"/>
              </a:rPr>
              <a:t>- Interação com hardware (LED, botão, buzzer)</a:t>
            </a:r>
            <a:endParaRPr b="0" lang="pt-BR" sz="24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US" sz="2400" spc="-1" strike="noStrike">
                <a:solidFill>
                  <a:srgbClr val="404040"/>
                </a:solidFill>
                <a:latin typeface="Trebuchet MS"/>
              </a:rPr>
              <a:t>- Microcontroladores</a:t>
            </a:r>
            <a:endParaRPr b="0" lang="pt-BR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PlaceHolder 1"/>
          <p:cNvSpPr>
            <a:spLocks noGrp="1"/>
          </p:cNvSpPr>
          <p:nvPr>
            <p:ph type="title"/>
          </p:nvPr>
        </p:nvSpPr>
        <p:spPr>
          <a:xfrm>
            <a:off x="609480" y="609480"/>
            <a:ext cx="6345000" cy="1317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90c226"/>
                </a:solidFill>
                <a:latin typeface="Trebuchet MS"/>
              </a:rPr>
              <a:t>Componentes Utilizados</a:t>
            </a:r>
            <a:endParaRPr b="0" lang="pt-BR" sz="3600" spc="-1" strike="noStrike">
              <a:latin typeface="Arial"/>
            </a:endParaRPr>
          </a:p>
        </p:txBody>
      </p:sp>
      <p:sp>
        <p:nvSpPr>
          <p:cNvPr id="278" name="PlaceHolder 2"/>
          <p:cNvSpPr>
            <a:spLocks noGrp="1"/>
          </p:cNvSpPr>
          <p:nvPr>
            <p:ph/>
          </p:nvPr>
        </p:nvSpPr>
        <p:spPr>
          <a:xfrm>
            <a:off x="609480" y="2160720"/>
            <a:ext cx="6345000" cy="3877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Trebuchet MS"/>
              </a:rPr>
              <a:t>Microcontrolador ESP32</a:t>
            </a:r>
            <a:endParaRPr b="0" lang="pt-BR" sz="18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Trebuchet MS"/>
              </a:rPr>
              <a:t>4 LEDs</a:t>
            </a:r>
            <a:endParaRPr b="0" lang="pt-BR" sz="18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Trebuchet MS"/>
              </a:rPr>
              <a:t>4 Resistores 220R</a:t>
            </a:r>
            <a:endParaRPr b="0" lang="pt-BR" sz="18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Trebuchet MS"/>
              </a:rPr>
              <a:t>4 Botões</a:t>
            </a:r>
            <a:endParaRPr b="0" lang="pt-BR" sz="18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Trebuchet MS"/>
              </a:rPr>
              <a:t>1 Buzzer</a:t>
            </a:r>
            <a:endParaRPr b="0" lang="pt-BR" sz="18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Trebuchet MS"/>
              </a:rPr>
              <a:t>Protoboard e jumpers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pt-BR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PlaceHolder 1"/>
          <p:cNvSpPr>
            <a:spLocks noGrp="1"/>
          </p:cNvSpPr>
          <p:nvPr>
            <p:ph type="title"/>
          </p:nvPr>
        </p:nvSpPr>
        <p:spPr>
          <a:xfrm>
            <a:off x="609480" y="609480"/>
            <a:ext cx="6345000" cy="1317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90c226"/>
                </a:solidFill>
                <a:latin typeface="Trebuchet MS"/>
              </a:rPr>
              <a:t>ESP32</a:t>
            </a:r>
            <a:endParaRPr b="0" lang="pt-BR" sz="3600" spc="-1" strike="noStrike">
              <a:latin typeface="Arial"/>
            </a:endParaRPr>
          </a:p>
        </p:txBody>
      </p:sp>
      <p:sp>
        <p:nvSpPr>
          <p:cNvPr id="280" name="PlaceHolder 2"/>
          <p:cNvSpPr>
            <a:spLocks noGrp="1"/>
          </p:cNvSpPr>
          <p:nvPr>
            <p:ph/>
          </p:nvPr>
        </p:nvSpPr>
        <p:spPr>
          <a:xfrm>
            <a:off x="360000" y="1519560"/>
            <a:ext cx="4497480" cy="3877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001"/>
              </a:spcBef>
              <a:buNone/>
            </a:pPr>
            <a:r>
              <a:rPr b="0" lang="pt-BR" sz="1800" spc="-1" strike="noStrike">
                <a:solidFill>
                  <a:srgbClr val="404040"/>
                </a:solidFill>
                <a:latin typeface="Trebuchet MS"/>
              </a:rPr>
              <a:t>São placas microcontroladas extremamente poderosas, que são equipadas com o moderno chip ESP32, que já vem embarcado com Wi-Fi, Bluetooth, dois processadores de altíssima velocidade, conversores DAC, ADC, portas PWM via software e grande capacidade de armazenamento de programas.</a:t>
            </a:r>
            <a:endParaRPr b="0" lang="pt-BR" sz="18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pt-BR" sz="1800" spc="-1" strike="noStrike">
                <a:solidFill>
                  <a:srgbClr val="404040"/>
                </a:solidFill>
                <a:latin typeface="Trebuchet MS"/>
              </a:rPr>
              <a:t>Memória: 520 KB SRAM</a:t>
            </a:r>
            <a:endParaRPr b="0" lang="pt-BR" sz="18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pt-BR" sz="1800" spc="-1" strike="noStrike">
                <a:solidFill>
                  <a:srgbClr val="404040"/>
                </a:solidFill>
                <a:latin typeface="Trebuchet MS"/>
              </a:rPr>
              <a:t>Wi-Fi b/g/n e bluetooth</a:t>
            </a:r>
            <a:endParaRPr b="0" lang="pt-BR" sz="18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pt-BR" sz="1800" spc="-1" strike="noStrike">
                <a:solidFill>
                  <a:srgbClr val="404040"/>
                </a:solidFill>
                <a:latin typeface="Trebuchet MS"/>
              </a:rPr>
              <a:t>Memória flash 4MB</a:t>
            </a:r>
            <a:endParaRPr b="0" lang="pt-BR" sz="18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pt-BR" sz="1800" spc="-1" strike="noStrike">
                <a:solidFill>
                  <a:srgbClr val="404040"/>
                </a:solidFill>
                <a:latin typeface="Trebuchet MS"/>
              </a:rPr>
              <a:t>Trabalha até 240MHz</a:t>
            </a:r>
            <a:endParaRPr b="0" lang="pt-BR" sz="1800" spc="-1" strike="noStrike">
              <a:latin typeface="Arial"/>
            </a:endParaRPr>
          </a:p>
        </p:txBody>
      </p:sp>
      <p:pic>
        <p:nvPicPr>
          <p:cNvPr id="281" name="" descr=""/>
          <p:cNvPicPr/>
          <p:nvPr/>
        </p:nvPicPr>
        <p:blipFill>
          <a:blip r:embed="rId1"/>
          <a:stretch/>
        </p:blipFill>
        <p:spPr>
          <a:xfrm>
            <a:off x="5040000" y="720000"/>
            <a:ext cx="3777480" cy="3777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PlaceHolder 1"/>
          <p:cNvSpPr>
            <a:spLocks noGrp="1"/>
          </p:cNvSpPr>
          <p:nvPr>
            <p:ph type="title"/>
          </p:nvPr>
        </p:nvSpPr>
        <p:spPr>
          <a:xfrm>
            <a:off x="609480" y="609480"/>
            <a:ext cx="6345000" cy="1317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90c226"/>
                </a:solidFill>
                <a:latin typeface="Trebuchet MS"/>
              </a:rPr>
              <a:t>Pinagem</a:t>
            </a:r>
            <a:endParaRPr b="0" lang="pt-BR" sz="3600" spc="-1" strike="noStrike">
              <a:latin typeface="Arial"/>
            </a:endParaRPr>
          </a:p>
        </p:txBody>
      </p:sp>
      <p:pic>
        <p:nvPicPr>
          <p:cNvPr id="283" name="" descr=""/>
          <p:cNvPicPr/>
          <p:nvPr/>
        </p:nvPicPr>
        <p:blipFill>
          <a:blip r:embed="rId1"/>
          <a:stretch/>
        </p:blipFill>
        <p:spPr>
          <a:xfrm>
            <a:off x="1440000" y="2862000"/>
            <a:ext cx="6093000" cy="3435480"/>
          </a:xfrm>
          <a:prstGeom prst="rect">
            <a:avLst/>
          </a:prstGeom>
          <a:ln w="0">
            <a:noFill/>
          </a:ln>
        </p:spPr>
      </p:pic>
      <p:sp>
        <p:nvSpPr>
          <p:cNvPr id="284" name="PlaceHolder 2"/>
          <p:cNvSpPr>
            <a:spLocks noGrp="1"/>
          </p:cNvSpPr>
          <p:nvPr>
            <p:ph/>
          </p:nvPr>
        </p:nvSpPr>
        <p:spPr>
          <a:xfrm>
            <a:off x="492480" y="1440000"/>
            <a:ext cx="6345000" cy="1437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pt-BR" sz="1800" spc="-1" strike="noStrike">
                <a:solidFill>
                  <a:srgbClr val="404040"/>
                </a:solidFill>
                <a:latin typeface="Trebuchet MS"/>
              </a:rPr>
              <a:t>Referência da pinagem do ESP32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pt-BR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PlaceHolder 1"/>
          <p:cNvSpPr>
            <a:spLocks noGrp="1"/>
          </p:cNvSpPr>
          <p:nvPr>
            <p:ph type="title"/>
          </p:nvPr>
        </p:nvSpPr>
        <p:spPr>
          <a:xfrm>
            <a:off x="609480" y="609480"/>
            <a:ext cx="6345000" cy="1317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90c226"/>
                </a:solidFill>
                <a:latin typeface="Trebuchet MS"/>
              </a:rPr>
              <a:t>Pinagem Utilizada</a:t>
            </a:r>
            <a:endParaRPr b="0" lang="pt-BR" sz="3600" spc="-1" strike="noStrike">
              <a:latin typeface="Arial"/>
            </a:endParaRPr>
          </a:p>
        </p:txBody>
      </p:sp>
      <p:sp>
        <p:nvSpPr>
          <p:cNvPr id="286" name="PlaceHolder 2"/>
          <p:cNvSpPr>
            <a:spLocks noGrp="1"/>
          </p:cNvSpPr>
          <p:nvPr>
            <p:ph/>
          </p:nvPr>
        </p:nvSpPr>
        <p:spPr>
          <a:xfrm>
            <a:off x="492480" y="1440000"/>
            <a:ext cx="6345000" cy="1437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pt-BR" sz="1800" spc="-1" strike="noStrike">
                <a:solidFill>
                  <a:srgbClr val="404040"/>
                </a:solidFill>
                <a:latin typeface="Trebuchet MS"/>
              </a:rPr>
              <a:t>GPIO 23 → LED 1</a:t>
            </a:r>
            <a:endParaRPr b="0" lang="pt-BR" sz="18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pt-BR" sz="1800" spc="-1" strike="noStrike">
                <a:solidFill>
                  <a:srgbClr val="404040"/>
                </a:solidFill>
                <a:latin typeface="Trebuchet MS"/>
              </a:rPr>
              <a:t>GPIO 22 → LED 2</a:t>
            </a:r>
            <a:endParaRPr b="0" lang="pt-BR" sz="18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pt-BR" sz="1800" spc="-1" strike="noStrike">
                <a:solidFill>
                  <a:srgbClr val="404040"/>
                </a:solidFill>
                <a:latin typeface="Trebuchet MS"/>
              </a:rPr>
              <a:t>GPIO 21 → LED 3</a:t>
            </a:r>
            <a:endParaRPr b="0" lang="pt-BR" sz="18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pt-BR" sz="1800" spc="-1" strike="noStrike">
                <a:solidFill>
                  <a:srgbClr val="404040"/>
                </a:solidFill>
                <a:latin typeface="Trebuchet MS"/>
              </a:rPr>
              <a:t>GPIO 19 → LED 4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</a:pPr>
            <a:endParaRPr b="0" lang="pt-BR" sz="18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pt-BR" sz="1800" spc="-1" strike="noStrike">
                <a:solidFill>
                  <a:srgbClr val="404040"/>
                </a:solidFill>
                <a:latin typeface="Trebuchet MS"/>
              </a:rPr>
              <a:t>GPIO 18 → Botão 1</a:t>
            </a:r>
            <a:endParaRPr b="0" lang="pt-BR" sz="18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pt-BR" sz="1800" spc="-1" strike="noStrike">
                <a:solidFill>
                  <a:srgbClr val="404040"/>
                </a:solidFill>
                <a:latin typeface="Trebuchet MS"/>
              </a:rPr>
              <a:t>GPIO 05 → Botão 2</a:t>
            </a:r>
            <a:endParaRPr b="0" lang="pt-BR" sz="18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pt-BR" sz="1800" spc="-1" strike="noStrike">
                <a:solidFill>
                  <a:srgbClr val="404040"/>
                </a:solidFill>
                <a:latin typeface="Trebuchet MS"/>
              </a:rPr>
              <a:t>GPIO 17 → Botão 3</a:t>
            </a:r>
            <a:endParaRPr b="0" lang="pt-BR" sz="18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pt-BR" sz="1800" spc="-1" strike="noStrike">
                <a:solidFill>
                  <a:srgbClr val="404040"/>
                </a:solidFill>
                <a:latin typeface="Trebuchet MS"/>
              </a:rPr>
              <a:t>GPIO 16 → Botão 4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</a:pPr>
            <a:endParaRPr b="0" lang="pt-BR" sz="18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pt-BR" sz="1800" spc="-1" strike="noStrike">
                <a:solidFill>
                  <a:srgbClr val="404040"/>
                </a:solidFill>
                <a:latin typeface="Trebuchet MS"/>
              </a:rPr>
              <a:t>GPIO 27 → Buzzer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pt-BR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laceHolder 1"/>
          <p:cNvSpPr>
            <a:spLocks noGrp="1"/>
          </p:cNvSpPr>
          <p:nvPr>
            <p:ph type="title"/>
          </p:nvPr>
        </p:nvSpPr>
        <p:spPr>
          <a:xfrm>
            <a:off x="429480" y="119520"/>
            <a:ext cx="7668000" cy="777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90c226"/>
                </a:solidFill>
                <a:latin typeface="Trebuchet MS"/>
              </a:rPr>
              <a:t>Configurando o Arduino IDE</a:t>
            </a:r>
            <a:endParaRPr b="0" lang="pt-BR" sz="3600" spc="-1" strike="noStrike">
              <a:latin typeface="Arial"/>
            </a:endParaRPr>
          </a:p>
        </p:txBody>
      </p:sp>
      <p:sp>
        <p:nvSpPr>
          <p:cNvPr id="288" name="PlaceHolder 2"/>
          <p:cNvSpPr>
            <a:spLocks noGrp="1"/>
          </p:cNvSpPr>
          <p:nvPr>
            <p:ph/>
          </p:nvPr>
        </p:nvSpPr>
        <p:spPr>
          <a:xfrm>
            <a:off x="609480" y="2160720"/>
            <a:ext cx="6345000" cy="3877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pt-BR" sz="1800" spc="-1" strike="noStrike">
                <a:solidFill>
                  <a:srgbClr val="404040"/>
                </a:solidFill>
                <a:latin typeface="Trebuchet MS"/>
              </a:rPr>
              <a:t> 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pt-BR" sz="1800" spc="-1" strike="noStrike">
              <a:latin typeface="Arial"/>
            </a:endParaRPr>
          </a:p>
        </p:txBody>
      </p:sp>
      <p:pic>
        <p:nvPicPr>
          <p:cNvPr id="289" name="" descr=""/>
          <p:cNvPicPr/>
          <p:nvPr/>
        </p:nvPicPr>
        <p:blipFill>
          <a:blip r:embed="rId1"/>
          <a:stretch/>
        </p:blipFill>
        <p:spPr>
          <a:xfrm>
            <a:off x="540000" y="1387440"/>
            <a:ext cx="7197480" cy="5270040"/>
          </a:xfrm>
          <a:prstGeom prst="rect">
            <a:avLst/>
          </a:prstGeom>
          <a:ln w="0">
            <a:noFill/>
          </a:ln>
        </p:spPr>
      </p:pic>
      <p:sp>
        <p:nvSpPr>
          <p:cNvPr id="290" name="PlaceHolder 3"/>
          <p:cNvSpPr>
            <a:spLocks noGrp="1"/>
          </p:cNvSpPr>
          <p:nvPr>
            <p:ph/>
          </p:nvPr>
        </p:nvSpPr>
        <p:spPr>
          <a:xfrm>
            <a:off x="312480" y="979560"/>
            <a:ext cx="6345000" cy="817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Trebuchet MS"/>
              </a:rPr>
              <a:t>Instalando a biblioteca do ESP32 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</a:pP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pt-BR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PlaceHolder 1"/>
          <p:cNvSpPr>
            <a:spLocks noGrp="1"/>
          </p:cNvSpPr>
          <p:nvPr>
            <p:ph type="title"/>
          </p:nvPr>
        </p:nvSpPr>
        <p:spPr>
          <a:xfrm>
            <a:off x="609480" y="609480"/>
            <a:ext cx="6948000" cy="64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90c226"/>
                </a:solidFill>
                <a:latin typeface="Trebuchet MS"/>
              </a:rPr>
              <a:t>Configurando o Arduino IDE</a:t>
            </a:r>
            <a:endParaRPr b="0" lang="pt-BR" sz="3600" spc="-1" strike="noStrike">
              <a:latin typeface="Arial"/>
            </a:endParaRPr>
          </a:p>
        </p:txBody>
      </p:sp>
      <p:sp>
        <p:nvSpPr>
          <p:cNvPr id="292" name="PlaceHolder 2"/>
          <p:cNvSpPr>
            <a:spLocks noGrp="1"/>
          </p:cNvSpPr>
          <p:nvPr>
            <p:ph/>
          </p:nvPr>
        </p:nvSpPr>
        <p:spPr>
          <a:xfrm>
            <a:off x="312480" y="1159560"/>
            <a:ext cx="7785720" cy="817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Trebuchet MS"/>
              </a:rPr>
              <a:t>Quando instalar selecionar a versão 3.XX que foi utilizado no desenvolvimento</a:t>
            </a:r>
            <a:endParaRPr b="0" lang="pt-BR" sz="1800" spc="-1" strike="noStrike">
              <a:latin typeface="Arial"/>
            </a:endParaRPr>
          </a:p>
        </p:txBody>
      </p:sp>
      <p:pic>
        <p:nvPicPr>
          <p:cNvPr id="293" name="" descr=""/>
          <p:cNvPicPr/>
          <p:nvPr/>
        </p:nvPicPr>
        <p:blipFill>
          <a:blip r:embed="rId1"/>
          <a:stretch/>
        </p:blipFill>
        <p:spPr>
          <a:xfrm>
            <a:off x="540000" y="2848320"/>
            <a:ext cx="7017480" cy="3989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PlaceHolder 1"/>
          <p:cNvSpPr>
            <a:spLocks noGrp="1"/>
          </p:cNvSpPr>
          <p:nvPr>
            <p:ph type="title"/>
          </p:nvPr>
        </p:nvSpPr>
        <p:spPr>
          <a:xfrm>
            <a:off x="540000" y="249480"/>
            <a:ext cx="7668000" cy="82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90c226"/>
                </a:solidFill>
                <a:latin typeface="Trebuchet MS"/>
              </a:rPr>
              <a:t>Configurando o Arduino IDE</a:t>
            </a:r>
            <a:endParaRPr b="0" lang="pt-BR" sz="3600" spc="-1" strike="noStrike">
              <a:latin typeface="Arial"/>
            </a:endParaRPr>
          </a:p>
        </p:txBody>
      </p:sp>
      <p:sp>
        <p:nvSpPr>
          <p:cNvPr id="295" name="PlaceHolder 2"/>
          <p:cNvSpPr>
            <a:spLocks noGrp="1"/>
          </p:cNvSpPr>
          <p:nvPr>
            <p:ph/>
          </p:nvPr>
        </p:nvSpPr>
        <p:spPr>
          <a:xfrm>
            <a:off x="312480" y="1159560"/>
            <a:ext cx="6345000" cy="817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001"/>
              </a:spcBef>
              <a:buNone/>
            </a:pPr>
            <a:r>
              <a:rPr b="0" lang="en-US" sz="1800" spc="-1" strike="noStrike">
                <a:solidFill>
                  <a:srgbClr val="404040"/>
                </a:solidFill>
                <a:latin typeface="Trebuchet MS"/>
              </a:rPr>
              <a:t>Agora é possível selecionar a placa ESP 32 DEV Module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</a:pP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pt-BR" sz="1800" spc="-1" strike="noStrike">
              <a:latin typeface="Arial"/>
            </a:endParaRPr>
          </a:p>
        </p:txBody>
      </p:sp>
      <p:pic>
        <p:nvPicPr>
          <p:cNvPr id="296" name="" descr=""/>
          <p:cNvPicPr/>
          <p:nvPr/>
        </p:nvPicPr>
        <p:blipFill>
          <a:blip r:embed="rId1"/>
          <a:stretch/>
        </p:blipFill>
        <p:spPr>
          <a:xfrm>
            <a:off x="843120" y="1800000"/>
            <a:ext cx="6354360" cy="1977480"/>
          </a:xfrm>
          <a:prstGeom prst="rect">
            <a:avLst/>
          </a:prstGeom>
          <a:ln w="0">
            <a:noFill/>
          </a:ln>
        </p:spPr>
      </p:pic>
      <p:sp>
        <p:nvSpPr>
          <p:cNvPr id="297" name="PlaceHolder 4"/>
          <p:cNvSpPr/>
          <p:nvPr/>
        </p:nvSpPr>
        <p:spPr>
          <a:xfrm>
            <a:off x="674280" y="4221360"/>
            <a:ext cx="6345000" cy="81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001"/>
              </a:spcBef>
              <a:buNone/>
            </a:pPr>
            <a:r>
              <a:rPr b="0" lang="en-US" sz="1800" spc="-1" strike="noStrike">
                <a:solidFill>
                  <a:srgbClr val="404040"/>
                </a:solidFill>
                <a:latin typeface="Trebuchet MS"/>
                <a:ea typeface="DejaVu Sans"/>
              </a:rPr>
              <a:t>Links para baixar o código fonte</a:t>
            </a:r>
            <a:br>
              <a:rPr sz="1800"/>
            </a:br>
            <a:r>
              <a:rPr b="0" lang="en-US" sz="1800" spc="-1" strike="noStrike" u="sng">
                <a:solidFill>
                  <a:srgbClr val="0000ff"/>
                </a:solidFill>
                <a:uFillTx/>
                <a:latin typeface="Trebuchet MS"/>
                <a:ea typeface="DejaVu Sans"/>
                <a:hlinkClick r:id="rId2"/>
              </a:rPr>
              <a:t>https://wokwi.com/projects/433601505660090369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</a:pP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</a:pPr>
            <a:r>
              <a:rPr b="0" lang="en-US" sz="1800" spc="-1" strike="noStrike" u="sng">
                <a:solidFill>
                  <a:srgbClr val="0000ff"/>
                </a:solidFill>
                <a:uFillTx/>
                <a:latin typeface="Trebuchet MS"/>
                <a:ea typeface="DejaVu Sans"/>
                <a:hlinkClick r:id="rId3"/>
              </a:rPr>
              <a:t>https://github.com/mariliahoshino/Genius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</a:pPr>
            <a:endParaRPr b="0" lang="pt-BR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" descr=""/>
          <p:cNvPicPr/>
          <p:nvPr/>
        </p:nvPicPr>
        <p:blipFill>
          <a:blip r:embed="rId1"/>
          <a:stretch/>
        </p:blipFill>
        <p:spPr>
          <a:xfrm>
            <a:off x="0" y="943560"/>
            <a:ext cx="9142920" cy="3375720"/>
          </a:xfrm>
          <a:prstGeom prst="rect">
            <a:avLst/>
          </a:prstGeom>
          <a:ln w="0">
            <a:noFill/>
          </a:ln>
        </p:spPr>
      </p:pic>
      <p:sp>
        <p:nvSpPr>
          <p:cNvPr id="299" name="PlaceHolder 1"/>
          <p:cNvSpPr>
            <a:spLocks noGrp="1"/>
          </p:cNvSpPr>
          <p:nvPr>
            <p:ph type="title"/>
          </p:nvPr>
        </p:nvSpPr>
        <p:spPr>
          <a:xfrm>
            <a:off x="540000" y="119520"/>
            <a:ext cx="6297480" cy="777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90c226"/>
                </a:solidFill>
                <a:latin typeface="Trebuchet MS"/>
              </a:rPr>
              <a:t>Laboratório</a:t>
            </a:r>
            <a:endParaRPr b="0" lang="pt-BR" sz="3600" spc="-1" strike="noStrike">
              <a:latin typeface="Arial"/>
            </a:endParaRPr>
          </a:p>
        </p:txBody>
      </p:sp>
      <p:sp>
        <p:nvSpPr>
          <p:cNvPr id="300" name=""/>
          <p:cNvSpPr/>
          <p:nvPr/>
        </p:nvSpPr>
        <p:spPr>
          <a:xfrm>
            <a:off x="5581800" y="361800"/>
            <a:ext cx="2337480" cy="717480"/>
          </a:xfrm>
          <a:prstGeom prst="wedgeRectCallout">
            <a:avLst>
              <a:gd name="adj1" fmla="val -133185"/>
              <a:gd name="adj2" fmla="val 79787"/>
            </a:avLst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Declaração de variáveis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301" name=""/>
          <p:cNvSpPr/>
          <p:nvPr/>
        </p:nvSpPr>
        <p:spPr>
          <a:xfrm>
            <a:off x="6445440" y="2520000"/>
            <a:ext cx="2697480" cy="359640"/>
          </a:xfrm>
          <a:prstGeom prst="wedgeRectCallout">
            <a:avLst>
              <a:gd name="adj1" fmla="val -161435"/>
              <a:gd name="adj2" fmla="val 14700"/>
            </a:avLst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Inicializa a porta serial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302" name=""/>
          <p:cNvSpPr/>
          <p:nvPr/>
        </p:nvSpPr>
        <p:spPr>
          <a:xfrm>
            <a:off x="5940000" y="3060000"/>
            <a:ext cx="2697480" cy="359640"/>
          </a:xfrm>
          <a:prstGeom prst="wedgeRectCallout">
            <a:avLst>
              <a:gd name="adj1" fmla="val -166608"/>
              <a:gd name="adj2" fmla="val 64071"/>
            </a:avLst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Defininição de I/Os</a:t>
            </a:r>
            <a:endParaRPr b="0" lang="pt-BR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3" name="" descr=""/>
          <p:cNvPicPr/>
          <p:nvPr/>
        </p:nvPicPr>
        <p:blipFill>
          <a:blip r:embed="rId1"/>
          <a:stretch/>
        </p:blipFill>
        <p:spPr>
          <a:xfrm>
            <a:off x="36360" y="720000"/>
            <a:ext cx="9142920" cy="5812200"/>
          </a:xfrm>
          <a:prstGeom prst="rect">
            <a:avLst/>
          </a:prstGeom>
          <a:ln w="0">
            <a:noFill/>
          </a:ln>
        </p:spPr>
      </p:pic>
      <p:sp>
        <p:nvSpPr>
          <p:cNvPr id="304" name="PlaceHolder 1"/>
          <p:cNvSpPr>
            <a:spLocks noGrp="1"/>
          </p:cNvSpPr>
          <p:nvPr>
            <p:ph type="title"/>
          </p:nvPr>
        </p:nvSpPr>
        <p:spPr>
          <a:xfrm>
            <a:off x="540000" y="119520"/>
            <a:ext cx="6297480" cy="777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90c226"/>
                </a:solidFill>
                <a:latin typeface="Trebuchet MS"/>
              </a:rPr>
              <a:t>Laboratório</a:t>
            </a:r>
            <a:endParaRPr b="0" lang="pt-BR" sz="3600" spc="-1" strike="noStrike">
              <a:latin typeface="Arial"/>
            </a:endParaRPr>
          </a:p>
        </p:txBody>
      </p:sp>
      <p:sp>
        <p:nvSpPr>
          <p:cNvPr id="305" name=""/>
          <p:cNvSpPr/>
          <p:nvPr/>
        </p:nvSpPr>
        <p:spPr>
          <a:xfrm>
            <a:off x="6657480" y="360000"/>
            <a:ext cx="2517480" cy="537480"/>
          </a:xfrm>
          <a:prstGeom prst="wedgeRectCallout">
            <a:avLst>
              <a:gd name="adj1" fmla="val -184887"/>
              <a:gd name="adj2" fmla="val 168273"/>
            </a:avLst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Chama a sub-rotina de mostrar seqüência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306" name=""/>
          <p:cNvSpPr/>
          <p:nvPr/>
        </p:nvSpPr>
        <p:spPr>
          <a:xfrm>
            <a:off x="4140000" y="1800"/>
            <a:ext cx="2517480" cy="717480"/>
          </a:xfrm>
          <a:prstGeom prst="wedgeRectCallout">
            <a:avLst>
              <a:gd name="adj1" fmla="val -107318"/>
              <a:gd name="adj2" fmla="val 93637"/>
            </a:avLst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Gera um número aleatório para a seqüência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307" name=""/>
          <p:cNvSpPr/>
          <p:nvPr/>
        </p:nvSpPr>
        <p:spPr>
          <a:xfrm>
            <a:off x="6301800" y="1261800"/>
            <a:ext cx="2697480" cy="1257480"/>
          </a:xfrm>
          <a:prstGeom prst="wedgeRectCallout">
            <a:avLst>
              <a:gd name="adj1" fmla="val -115114"/>
              <a:gd name="adj2" fmla="val -5263"/>
            </a:avLst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Chama sub rotina e aguarda retorno false é gameover, true continua o jogo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308" name=""/>
          <p:cNvSpPr/>
          <p:nvPr/>
        </p:nvSpPr>
        <p:spPr>
          <a:xfrm>
            <a:off x="6121800" y="2701800"/>
            <a:ext cx="2697480" cy="1257480"/>
          </a:xfrm>
          <a:prstGeom prst="wedgeRectCallout">
            <a:avLst>
              <a:gd name="adj1" fmla="val -151213"/>
              <a:gd name="adj2" fmla="val 4090"/>
            </a:avLst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Rotina que mostra a seqüência para ser memorizada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309" name=""/>
          <p:cNvSpPr/>
          <p:nvPr/>
        </p:nvSpPr>
        <p:spPr>
          <a:xfrm>
            <a:off x="5400000" y="3961800"/>
            <a:ext cx="3419280" cy="1077480"/>
          </a:xfrm>
          <a:prstGeom prst="wedgeRectCallout">
            <a:avLst>
              <a:gd name="adj1" fmla="val -135906"/>
              <a:gd name="adj2" fmla="val 21295"/>
            </a:avLst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Aguarda cada pressionada no botão e compara com a posição da variável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310" name=""/>
          <p:cNvSpPr/>
          <p:nvPr/>
        </p:nvSpPr>
        <p:spPr>
          <a:xfrm>
            <a:off x="6481800" y="5220000"/>
            <a:ext cx="2517480" cy="537480"/>
          </a:xfrm>
          <a:prstGeom prst="wedgeRectCallout">
            <a:avLst>
              <a:gd name="adj1" fmla="val -204473"/>
              <a:gd name="adj2" fmla="val -64371"/>
            </a:avLst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Se errar retorna false e encerra o jogo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311" name=""/>
          <p:cNvSpPr/>
          <p:nvPr/>
        </p:nvSpPr>
        <p:spPr>
          <a:xfrm>
            <a:off x="5220000" y="5940000"/>
            <a:ext cx="3779280" cy="899280"/>
          </a:xfrm>
          <a:prstGeom prst="wedgeRectCallout">
            <a:avLst>
              <a:gd name="adj1" fmla="val -94986"/>
              <a:gd name="adj2" fmla="val -86625"/>
            </a:avLst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Acertando, emite som e LED e espera o próximo botão até acabar a sequência</a:t>
            </a:r>
            <a:endParaRPr b="0" lang="pt-BR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" descr=""/>
          <p:cNvPicPr/>
          <p:nvPr/>
        </p:nvPicPr>
        <p:blipFill>
          <a:blip r:embed="rId1"/>
          <a:stretch/>
        </p:blipFill>
        <p:spPr>
          <a:xfrm>
            <a:off x="36360" y="772920"/>
            <a:ext cx="9142920" cy="5166360"/>
          </a:xfrm>
          <a:prstGeom prst="rect">
            <a:avLst/>
          </a:prstGeom>
          <a:ln w="0">
            <a:noFill/>
          </a:ln>
        </p:spPr>
      </p:pic>
      <p:sp>
        <p:nvSpPr>
          <p:cNvPr id="313" name="PlaceHolder 1"/>
          <p:cNvSpPr>
            <a:spLocks noGrp="1"/>
          </p:cNvSpPr>
          <p:nvPr>
            <p:ph type="title"/>
          </p:nvPr>
        </p:nvSpPr>
        <p:spPr>
          <a:xfrm>
            <a:off x="540000" y="119520"/>
            <a:ext cx="6297120" cy="777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90c226"/>
                </a:solidFill>
                <a:latin typeface="Trebuchet MS"/>
              </a:rPr>
              <a:t>Laboratório</a:t>
            </a:r>
            <a:endParaRPr b="0" lang="pt-BR" sz="3600" spc="-1" strike="noStrike">
              <a:latin typeface="Arial"/>
            </a:endParaRPr>
          </a:p>
        </p:txBody>
      </p:sp>
      <p:sp>
        <p:nvSpPr>
          <p:cNvPr id="314" name=""/>
          <p:cNvSpPr/>
          <p:nvPr/>
        </p:nvSpPr>
        <p:spPr>
          <a:xfrm>
            <a:off x="5040000" y="360000"/>
            <a:ext cx="3597120" cy="1797120"/>
          </a:xfrm>
          <a:prstGeom prst="wedgeRectCallout">
            <a:avLst>
              <a:gd name="adj1" fmla="val -109129"/>
              <a:gd name="adj2" fmla="val -2412"/>
            </a:avLst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Sub-rotina que aguarda o jogador apertar qualquer botão, retornando para o programa principal que compara se acertou ou errou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315" name=""/>
          <p:cNvSpPr/>
          <p:nvPr/>
        </p:nvSpPr>
        <p:spPr>
          <a:xfrm>
            <a:off x="5040000" y="2340000"/>
            <a:ext cx="3417120" cy="1797120"/>
          </a:xfrm>
          <a:prstGeom prst="wedgeRectCallout">
            <a:avLst>
              <a:gd name="adj1" fmla="val -107472"/>
              <a:gd name="adj2" fmla="val -28398"/>
            </a:avLst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Sub-rotina de gameover, acende todos os LEDs, emite um som, apaga e finaliza o jogo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316" name=""/>
          <p:cNvSpPr/>
          <p:nvPr/>
        </p:nvSpPr>
        <p:spPr>
          <a:xfrm>
            <a:off x="5040000" y="4682160"/>
            <a:ext cx="3417120" cy="1077120"/>
          </a:xfrm>
          <a:prstGeom prst="wedgeRectCallout">
            <a:avLst>
              <a:gd name="adj1" fmla="val -107472"/>
              <a:gd name="adj2" fmla="val -28398"/>
            </a:avLst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Sub-rotina de som do LED correspondente</a:t>
            </a:r>
            <a:endParaRPr b="0" lang="pt-BR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PlaceHolder 1"/>
          <p:cNvSpPr>
            <a:spLocks noGrp="1"/>
          </p:cNvSpPr>
          <p:nvPr>
            <p:ph type="title"/>
          </p:nvPr>
        </p:nvSpPr>
        <p:spPr>
          <a:xfrm>
            <a:off x="540000" y="119520"/>
            <a:ext cx="6297480" cy="777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90c226"/>
                </a:solidFill>
                <a:latin typeface="Trebuchet MS"/>
              </a:rPr>
              <a:t>Laboratório</a:t>
            </a:r>
            <a:endParaRPr b="0" lang="pt-BR" sz="3600" spc="-1" strike="noStrike">
              <a:latin typeface="Arial"/>
            </a:endParaRPr>
          </a:p>
        </p:txBody>
      </p:sp>
      <p:sp>
        <p:nvSpPr>
          <p:cNvPr id="318" name="PlaceHolder 2"/>
          <p:cNvSpPr>
            <a:spLocks noGrp="1"/>
          </p:cNvSpPr>
          <p:nvPr>
            <p:ph/>
          </p:nvPr>
        </p:nvSpPr>
        <p:spPr>
          <a:xfrm>
            <a:off x="492480" y="900000"/>
            <a:ext cx="6345000" cy="4137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Trebuchet MS"/>
              </a:rPr>
              <a:t> 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</a:pPr>
            <a:endParaRPr b="0" lang="pt-BR" sz="1800" spc="-1" strike="noStrike">
              <a:latin typeface="Arial"/>
            </a:endParaRPr>
          </a:p>
        </p:txBody>
      </p:sp>
      <p:pic>
        <p:nvPicPr>
          <p:cNvPr id="319" name="" descr=""/>
          <p:cNvPicPr/>
          <p:nvPr/>
        </p:nvPicPr>
        <p:blipFill>
          <a:blip r:embed="rId1"/>
          <a:stretch/>
        </p:blipFill>
        <p:spPr>
          <a:xfrm>
            <a:off x="180000" y="119520"/>
            <a:ext cx="8819280" cy="6720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0" name="" descr=""/>
          <p:cNvPicPr/>
          <p:nvPr/>
        </p:nvPicPr>
        <p:blipFill>
          <a:blip r:embed="rId1"/>
          <a:stretch/>
        </p:blipFill>
        <p:spPr>
          <a:xfrm>
            <a:off x="0" y="180000"/>
            <a:ext cx="9593640" cy="6726960"/>
          </a:xfrm>
          <a:prstGeom prst="rect">
            <a:avLst/>
          </a:prstGeom>
          <a:ln w="0">
            <a:noFill/>
          </a:ln>
        </p:spPr>
      </p:pic>
      <p:sp>
        <p:nvSpPr>
          <p:cNvPr id="321" name="PlaceHolder 1"/>
          <p:cNvSpPr>
            <a:spLocks noGrp="1"/>
          </p:cNvSpPr>
          <p:nvPr>
            <p:ph type="title"/>
          </p:nvPr>
        </p:nvSpPr>
        <p:spPr>
          <a:xfrm>
            <a:off x="540000" y="180000"/>
            <a:ext cx="6345000" cy="1317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90c226"/>
                </a:solidFill>
                <a:latin typeface="Trebuchet MS"/>
              </a:rPr>
              <a:t>Laboratório</a:t>
            </a:r>
            <a:endParaRPr b="0" lang="pt-BR" sz="3600" spc="-1" strike="noStrike">
              <a:latin typeface="Arial"/>
            </a:endParaRPr>
          </a:p>
        </p:txBody>
      </p:sp>
      <p:sp>
        <p:nvSpPr>
          <p:cNvPr id="322" name="PlaceHolder 2"/>
          <p:cNvSpPr>
            <a:spLocks noGrp="1"/>
          </p:cNvSpPr>
          <p:nvPr>
            <p:ph/>
          </p:nvPr>
        </p:nvSpPr>
        <p:spPr>
          <a:xfrm>
            <a:off x="312480" y="1080000"/>
            <a:ext cx="6345000" cy="817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Trebuchet MS"/>
              </a:rPr>
              <a:t>Monte o seguinte circuito na protoboard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pt-BR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PlaceHolder 1"/>
          <p:cNvSpPr>
            <a:spLocks noGrp="1"/>
          </p:cNvSpPr>
          <p:nvPr>
            <p:ph type="title"/>
          </p:nvPr>
        </p:nvSpPr>
        <p:spPr>
          <a:xfrm>
            <a:off x="540000" y="180000"/>
            <a:ext cx="6345000" cy="1317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90c226"/>
                </a:solidFill>
                <a:latin typeface="Trebuchet MS"/>
              </a:rPr>
              <a:t>Laboratório</a:t>
            </a:r>
            <a:endParaRPr b="0" lang="pt-BR" sz="3600" spc="-1" strike="noStrike">
              <a:latin typeface="Arial"/>
            </a:endParaRPr>
          </a:p>
        </p:txBody>
      </p:sp>
      <p:sp>
        <p:nvSpPr>
          <p:cNvPr id="324" name="PlaceHolder 2"/>
          <p:cNvSpPr>
            <a:spLocks noGrp="1"/>
          </p:cNvSpPr>
          <p:nvPr>
            <p:ph/>
          </p:nvPr>
        </p:nvSpPr>
        <p:spPr>
          <a:xfrm>
            <a:off x="312480" y="1080000"/>
            <a:ext cx="6345000" cy="817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Trebuchet MS"/>
              </a:rPr>
              <a:t>Monte o seguinte circuito na protoboard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pt-BR" sz="1800" spc="-1" strike="noStrike">
              <a:latin typeface="Arial"/>
            </a:endParaRPr>
          </a:p>
        </p:txBody>
      </p:sp>
      <p:pic>
        <p:nvPicPr>
          <p:cNvPr id="325" name="" descr=""/>
          <p:cNvPicPr/>
          <p:nvPr/>
        </p:nvPicPr>
        <p:blipFill>
          <a:blip r:embed="rId1"/>
          <a:stretch/>
        </p:blipFill>
        <p:spPr>
          <a:xfrm>
            <a:off x="285840" y="1443600"/>
            <a:ext cx="8313840" cy="4676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PlaceHolder 1"/>
          <p:cNvSpPr>
            <a:spLocks noGrp="1"/>
          </p:cNvSpPr>
          <p:nvPr>
            <p:ph type="title"/>
          </p:nvPr>
        </p:nvSpPr>
        <p:spPr>
          <a:xfrm>
            <a:off x="540000" y="299520"/>
            <a:ext cx="6297480" cy="777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90c226"/>
                </a:solidFill>
                <a:latin typeface="Trebuchet MS"/>
              </a:rPr>
              <a:t>Laboratório</a:t>
            </a:r>
            <a:endParaRPr b="0" lang="pt-BR" sz="3600" spc="-1" strike="noStrike">
              <a:latin typeface="Arial"/>
            </a:endParaRPr>
          </a:p>
        </p:txBody>
      </p:sp>
      <p:sp>
        <p:nvSpPr>
          <p:cNvPr id="327" name="PlaceHolder 2"/>
          <p:cNvSpPr>
            <a:spLocks noGrp="1"/>
          </p:cNvSpPr>
          <p:nvPr>
            <p:ph/>
          </p:nvPr>
        </p:nvSpPr>
        <p:spPr>
          <a:xfrm>
            <a:off x="492480" y="1080000"/>
            <a:ext cx="8145000" cy="817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Font typeface="Wingdings" charset="2"/>
              <a:buChar char=""/>
            </a:pPr>
            <a:r>
              <a:rPr b="0" lang="en-US" sz="1800" spc="-1" strike="noStrike">
                <a:solidFill>
                  <a:srgbClr val="404040"/>
                </a:solidFill>
                <a:latin typeface="Trebuchet MS"/>
              </a:rPr>
              <a:t>Conecte o cabo USB na placa e no computador</a:t>
            </a:r>
            <a:endParaRPr b="0" lang="pt-BR" sz="18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Font typeface="Wingdings" charset="2"/>
              <a:buChar char=""/>
            </a:pPr>
            <a:r>
              <a:rPr b="0" lang="en-US" sz="1800" spc="-1" strike="noStrike">
                <a:solidFill>
                  <a:srgbClr val="404040"/>
                </a:solidFill>
                <a:latin typeface="Trebuchet MS"/>
              </a:rPr>
              <a:t>Verifique a placa selecionada</a:t>
            </a:r>
            <a:endParaRPr b="0" lang="pt-BR" sz="18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Font typeface="Wingdings" charset="2"/>
              <a:buChar char=""/>
            </a:pPr>
            <a:r>
              <a:rPr b="0" lang="en-US" sz="1800" spc="-1" strike="noStrike">
                <a:solidFill>
                  <a:srgbClr val="404040"/>
                </a:solidFill>
                <a:latin typeface="Trebuchet MS"/>
              </a:rPr>
              <a:t>Realize o upload do código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</a:pP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pt-BR" sz="1800" spc="-1" strike="noStrike">
              <a:latin typeface="Arial"/>
            </a:endParaRPr>
          </a:p>
        </p:txBody>
      </p:sp>
      <p:pic>
        <p:nvPicPr>
          <p:cNvPr id="328" name="" descr=""/>
          <p:cNvPicPr/>
          <p:nvPr/>
        </p:nvPicPr>
        <p:blipFill>
          <a:blip r:embed="rId1"/>
          <a:stretch/>
        </p:blipFill>
        <p:spPr>
          <a:xfrm>
            <a:off x="0" y="2385360"/>
            <a:ext cx="9142920" cy="3373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9" name="" descr=""/>
          <p:cNvPicPr/>
          <p:nvPr/>
        </p:nvPicPr>
        <p:blipFill>
          <a:blip r:embed="rId1"/>
          <a:stretch/>
        </p:blipFill>
        <p:spPr>
          <a:xfrm>
            <a:off x="540000" y="1978200"/>
            <a:ext cx="5237640" cy="2265840"/>
          </a:xfrm>
          <a:prstGeom prst="rect">
            <a:avLst/>
          </a:prstGeom>
          <a:ln w="0">
            <a:noFill/>
          </a:ln>
        </p:spPr>
      </p:pic>
      <p:sp>
        <p:nvSpPr>
          <p:cNvPr id="330" name="PlaceHolder 1"/>
          <p:cNvSpPr>
            <a:spLocks noGrp="1"/>
          </p:cNvSpPr>
          <p:nvPr>
            <p:ph type="title"/>
          </p:nvPr>
        </p:nvSpPr>
        <p:spPr>
          <a:xfrm>
            <a:off x="540000" y="249480"/>
            <a:ext cx="7668000" cy="82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90c226"/>
                </a:solidFill>
                <a:latin typeface="Trebuchet MS"/>
              </a:rPr>
              <a:t>Laboratório</a:t>
            </a:r>
            <a:endParaRPr b="0" lang="pt-BR" sz="3600" spc="-1" strike="noStrike">
              <a:latin typeface="Arial"/>
            </a:endParaRPr>
          </a:p>
        </p:txBody>
      </p:sp>
      <p:sp>
        <p:nvSpPr>
          <p:cNvPr id="331" name="PlaceHolder 2"/>
          <p:cNvSpPr>
            <a:spLocks noGrp="1"/>
          </p:cNvSpPr>
          <p:nvPr>
            <p:ph/>
          </p:nvPr>
        </p:nvSpPr>
        <p:spPr>
          <a:xfrm>
            <a:off x="312480" y="1159560"/>
            <a:ext cx="6345000" cy="817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Trebuchet MS"/>
              </a:rPr>
              <a:t>Agora faça o upload do código aguarde a conclusão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</a:pP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pt-BR" sz="1800" spc="-1" strike="noStrike">
              <a:latin typeface="Arial"/>
            </a:endParaRPr>
          </a:p>
        </p:txBody>
      </p:sp>
      <p:sp>
        <p:nvSpPr>
          <p:cNvPr id="332" name=""/>
          <p:cNvSpPr/>
          <p:nvPr/>
        </p:nvSpPr>
        <p:spPr>
          <a:xfrm>
            <a:off x="1080000" y="2881800"/>
            <a:ext cx="177480" cy="3574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5400" y="21600"/>
                </a:moveTo>
                <a:lnTo>
                  <a:pt x="5400" y="5400"/>
                </a:lnTo>
                <a:lnTo>
                  <a:pt x="0" y="5400"/>
                </a:lnTo>
                <a:lnTo>
                  <a:pt x="10800" y="0"/>
                </a:lnTo>
                <a:lnTo>
                  <a:pt x="21600" y="5400"/>
                </a:lnTo>
                <a:lnTo>
                  <a:pt x="16200" y="5400"/>
                </a:lnTo>
                <a:lnTo>
                  <a:pt x="16200" y="2160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pic>
        <p:nvPicPr>
          <p:cNvPr id="333" name="" descr=""/>
          <p:cNvPicPr/>
          <p:nvPr/>
        </p:nvPicPr>
        <p:blipFill>
          <a:blip r:embed="rId2"/>
          <a:stretch/>
        </p:blipFill>
        <p:spPr>
          <a:xfrm>
            <a:off x="608760" y="4500000"/>
            <a:ext cx="5868720" cy="2036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PlaceHolder 1"/>
          <p:cNvSpPr>
            <a:spLocks noGrp="1"/>
          </p:cNvSpPr>
          <p:nvPr>
            <p:ph type="title"/>
          </p:nvPr>
        </p:nvSpPr>
        <p:spPr>
          <a:xfrm>
            <a:off x="609480" y="609480"/>
            <a:ext cx="6345000" cy="1317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90c226"/>
                </a:solidFill>
                <a:latin typeface="Trebuchet MS"/>
              </a:rPr>
              <a:t>Conclusão</a:t>
            </a:r>
            <a:endParaRPr b="0" lang="pt-BR" sz="3600" spc="-1" strike="noStrike">
              <a:latin typeface="Arial"/>
            </a:endParaRPr>
          </a:p>
        </p:txBody>
      </p:sp>
      <p:sp>
        <p:nvSpPr>
          <p:cNvPr id="335" name="PlaceHolder 2"/>
          <p:cNvSpPr>
            <a:spLocks noGrp="1"/>
          </p:cNvSpPr>
          <p:nvPr>
            <p:ph/>
          </p:nvPr>
        </p:nvSpPr>
        <p:spPr>
          <a:xfrm>
            <a:off x="609480" y="2160720"/>
            <a:ext cx="6345000" cy="3877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US" sz="2400" spc="-1" strike="noStrike">
                <a:solidFill>
                  <a:srgbClr val="404040"/>
                </a:solidFill>
                <a:latin typeface="Trebuchet MS"/>
              </a:rPr>
              <a:t>O projeto do Genius mostrou ser possível despertar o interesse de pessoas pela profissão de eletrônica em que é possível replicar jogos antigos por hobby, como também realizar projetos complexos profissionalmente</a:t>
            </a:r>
            <a:endParaRPr b="0" lang="pt-BR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PlaceHolder 1"/>
          <p:cNvSpPr>
            <a:spLocks noGrp="1"/>
          </p:cNvSpPr>
          <p:nvPr>
            <p:ph type="title"/>
          </p:nvPr>
        </p:nvSpPr>
        <p:spPr>
          <a:xfrm>
            <a:off x="609480" y="609480"/>
            <a:ext cx="6345000" cy="1317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337" name="PlaceHolder 2"/>
          <p:cNvSpPr>
            <a:spLocks noGrp="1"/>
          </p:cNvSpPr>
          <p:nvPr>
            <p:ph/>
          </p:nvPr>
        </p:nvSpPr>
        <p:spPr>
          <a:xfrm>
            <a:off x="609480" y="2160720"/>
            <a:ext cx="6814800" cy="3877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pt-BR" sz="1800" spc="-1" strike="noStrike">
                <a:solidFill>
                  <a:srgbClr val="404040"/>
                </a:solidFill>
                <a:latin typeface="Trebuchet MS"/>
              </a:rPr>
              <a:t>Projeto no github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</a:pPr>
            <a:r>
              <a:rPr b="0" lang="pt-BR" sz="1800" spc="-1" strike="noStrike" u="sng">
                <a:solidFill>
                  <a:srgbClr val="0000ff"/>
                </a:solidFill>
                <a:uFillTx/>
                <a:latin typeface="Trebuchet MS"/>
                <a:hlinkClick r:id="rId1"/>
              </a:rPr>
              <a:t>https://github.com/mariliahoshino/Genius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</a:pPr>
            <a:endParaRPr b="0" lang="pt-BR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PlaceHolder 1"/>
          <p:cNvSpPr>
            <a:spLocks noGrp="1"/>
          </p:cNvSpPr>
          <p:nvPr>
            <p:ph type="title"/>
          </p:nvPr>
        </p:nvSpPr>
        <p:spPr>
          <a:xfrm>
            <a:off x="609480" y="609480"/>
            <a:ext cx="6345000" cy="1317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90c226"/>
                </a:solidFill>
                <a:latin typeface="Trebuchet MS"/>
              </a:rPr>
              <a:t>Melhorias</a:t>
            </a:r>
            <a:endParaRPr b="0" lang="pt-BR" sz="3600" spc="-1" strike="noStrike">
              <a:latin typeface="Arial"/>
            </a:endParaRPr>
          </a:p>
        </p:txBody>
      </p:sp>
      <p:sp>
        <p:nvSpPr>
          <p:cNvPr id="339" name="PlaceHolder 2"/>
          <p:cNvSpPr>
            <a:spLocks noGrp="1"/>
          </p:cNvSpPr>
          <p:nvPr>
            <p:ph/>
          </p:nvPr>
        </p:nvSpPr>
        <p:spPr>
          <a:xfrm>
            <a:off x="609480" y="2160720"/>
            <a:ext cx="6345000" cy="3877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52000"/>
          </a:bodyPr>
          <a:p>
            <a:pPr>
              <a:lnSpc>
                <a:spcPct val="100000"/>
              </a:lnSpc>
              <a:spcBef>
                <a:spcPts val="1001"/>
              </a:spcBef>
              <a:buNone/>
            </a:pPr>
            <a:r>
              <a:rPr b="0" lang="en-US" sz="2400" spc="-1" strike="noStrike">
                <a:solidFill>
                  <a:srgbClr val="404040"/>
                </a:solidFill>
                <a:latin typeface="Trebuchet MS"/>
              </a:rPr>
              <a:t>O Espressif ESP32 roda FreeRTOS nativamente.</a:t>
            </a:r>
            <a:endParaRPr b="0" lang="pt-BR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</a:pPr>
            <a:endParaRPr b="0" lang="pt-BR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</a:pPr>
            <a:r>
              <a:rPr b="0" lang="en-US" sz="2400" spc="-1" strike="noStrike">
                <a:solidFill>
                  <a:srgbClr val="404040"/>
                </a:solidFill>
                <a:latin typeface="Trebuchet MS"/>
              </a:rPr>
              <a:t>Na versão PRO daria para:</a:t>
            </a:r>
            <a:endParaRPr b="0" lang="pt-BR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</a:pPr>
            <a:endParaRPr b="0" lang="pt-BR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</a:pPr>
            <a:r>
              <a:rPr b="0" lang="en-US" sz="2400" spc="-1" strike="noStrike">
                <a:solidFill>
                  <a:srgbClr val="404040"/>
                </a:solidFill>
                <a:latin typeface="Trebuchet MS"/>
              </a:rPr>
              <a:t>tocar som e LED simultaneamente</a:t>
            </a:r>
            <a:endParaRPr b="0" lang="pt-BR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</a:pPr>
            <a:r>
              <a:rPr b="0" lang="en-US" sz="2400" spc="-1" strike="noStrike">
                <a:solidFill>
                  <a:srgbClr val="404040"/>
                </a:solidFill>
                <a:latin typeface="Trebuchet MS"/>
              </a:rPr>
              <a:t>animações independentes</a:t>
            </a:r>
            <a:endParaRPr b="0" lang="pt-BR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</a:pPr>
            <a:r>
              <a:rPr b="0" lang="en-US" sz="2400" spc="-1" strike="noStrike">
                <a:solidFill>
                  <a:srgbClr val="404040"/>
                </a:solidFill>
                <a:latin typeface="Trebuchet MS"/>
              </a:rPr>
              <a:t>controle de dificuldade em outra tarefa</a:t>
            </a:r>
            <a:endParaRPr b="0" lang="pt-BR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</a:pPr>
            <a:r>
              <a:rPr b="0" lang="en-US" sz="2400" spc="-1" strike="noStrike">
                <a:solidFill>
                  <a:srgbClr val="404040"/>
                </a:solidFill>
                <a:latin typeface="Trebuchet MS"/>
              </a:rPr>
              <a:t>placar em display OLED</a:t>
            </a:r>
            <a:endParaRPr b="0" lang="pt-BR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</a:pPr>
            <a:r>
              <a:rPr b="0" lang="en-US" sz="2400" spc="-1" strike="noStrike">
                <a:solidFill>
                  <a:srgbClr val="404040"/>
                </a:solidFill>
                <a:latin typeface="Trebuchet MS"/>
              </a:rPr>
              <a:t>modo multiplayer WiFi</a:t>
            </a:r>
            <a:endParaRPr b="0" lang="pt-BR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</a:pPr>
            <a:endParaRPr b="0" lang="pt-BR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</a:pPr>
            <a:r>
              <a:rPr b="0" lang="en-US" sz="2400" spc="-1" strike="noStrike">
                <a:solidFill>
                  <a:srgbClr val="404040"/>
                </a:solidFill>
                <a:latin typeface="Trebuchet MS"/>
              </a:rPr>
              <a:t>Mas para demonstração, a versão atual é melhor porque:</a:t>
            </a:r>
            <a:endParaRPr b="0" lang="pt-BR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</a:pPr>
            <a:endParaRPr b="0" lang="pt-BR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</a:pPr>
            <a:r>
              <a:rPr b="0" lang="en-US" sz="2400" spc="-1" strike="noStrike">
                <a:solidFill>
                  <a:srgbClr val="404040"/>
                </a:solidFill>
                <a:latin typeface="Trebuchet MS"/>
              </a:rPr>
              <a:t>✔ </a:t>
            </a:r>
            <a:r>
              <a:rPr b="0" lang="en-US" sz="2400" spc="-1" strike="noStrike">
                <a:solidFill>
                  <a:srgbClr val="404040"/>
                </a:solidFill>
                <a:latin typeface="Trebuchet MS"/>
              </a:rPr>
              <a:t>mais fácil de explicar</a:t>
            </a:r>
            <a:endParaRPr b="0" lang="pt-BR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</a:pPr>
            <a:r>
              <a:rPr b="0" lang="en-US" sz="2400" spc="-1" strike="noStrike">
                <a:solidFill>
                  <a:srgbClr val="404040"/>
                </a:solidFill>
                <a:latin typeface="Trebuchet MS"/>
              </a:rPr>
              <a:t>✔ </a:t>
            </a:r>
            <a:r>
              <a:rPr b="0" lang="en-US" sz="2400" spc="-1" strike="noStrike">
                <a:solidFill>
                  <a:srgbClr val="404040"/>
                </a:solidFill>
                <a:latin typeface="Trebuchet MS"/>
              </a:rPr>
              <a:t>código curto</a:t>
            </a:r>
            <a:endParaRPr b="0" lang="pt-BR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</a:pPr>
            <a:r>
              <a:rPr b="0" lang="en-US" sz="2400" spc="-1" strike="noStrike">
                <a:solidFill>
                  <a:srgbClr val="404040"/>
                </a:solidFill>
                <a:latin typeface="Trebuchet MS"/>
              </a:rPr>
              <a:t>✔ </a:t>
            </a:r>
            <a:r>
              <a:rPr b="0" lang="en-US" sz="2400" spc="-1" strike="noStrike">
                <a:solidFill>
                  <a:srgbClr val="404040"/>
                </a:solidFill>
                <a:latin typeface="Trebuchet MS"/>
              </a:rPr>
              <a:t>lógica clara</a:t>
            </a:r>
            <a:endParaRPr b="0" lang="pt-BR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101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pt-BR</dc:language>
  <cp:lastModifiedBy/>
  <dcterms:modified xsi:type="dcterms:W3CDTF">2026-03-21T23:30:12Z</dcterms:modified>
  <cp:revision>28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Apresentação na tela (4:3)</vt:lpwstr>
  </property>
  <property fmtid="{D5CDD505-2E9C-101B-9397-08002B2CF9AE}" pid="3" name="Slides">
    <vt:r8>12</vt:r8>
  </property>
</Properties>
</file>